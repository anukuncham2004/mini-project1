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2" r:id="rId1"/>
  </p:sldMasterIdLst>
  <p:notesMasterIdLst>
    <p:notesMasterId r:id="rId7"/>
  </p:notesMasterIdLst>
  <p:handoutMasterIdLst>
    <p:handoutMasterId r:id="rId8"/>
  </p:handoutMasterIdLst>
  <p:sldIdLst>
    <p:sldId id="338" r:id="rId2"/>
    <p:sldId id="339" r:id="rId3"/>
    <p:sldId id="340" r:id="rId4"/>
    <p:sldId id="341" r:id="rId5"/>
    <p:sldId id="34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DA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557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close up of a blue and pink background&#10;&#10;AI-generated content may be incorrect.">
            <a:extLst>
              <a:ext uri="{FF2B5EF4-FFF2-40B4-BE49-F238E27FC236}">
                <a16:creationId xmlns:a16="http://schemas.microsoft.com/office/drawing/2014/main" id="{FA0DAAF8-1473-19E2-7A19-C912696FE1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59ED5AFE-4996-3F24-6A40-DB7BC8D421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9041" y="2438400"/>
            <a:ext cx="10993359" cy="268432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6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6F756E8C-2C5E-B25F-5DAD-4E06067BC7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041" y="5257800"/>
            <a:ext cx="9164559" cy="9144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B03B42F-CFBB-090D-EC8E-0FC7E903EEE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D36ECCE-2AA5-C398-CA75-78EBCBDCF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80176" y="152400"/>
            <a:ext cx="32004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A4C2171-40CE-DE50-6D13-60F77A548C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1099" y="152400"/>
            <a:ext cx="1800171" cy="365125"/>
          </a:xfrm>
        </p:spPr>
        <p:txBody>
          <a:bodyPr/>
          <a:lstStyle/>
          <a:p>
            <a:fld id="{F7F4CBCF-2EA5-5248-B352-49E9FE7B89CF}" type="datetime1">
              <a:rPr lang="en-US" smtClean="0"/>
              <a:t>6/23/2026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3F8FB25-49C8-A3FD-F32A-4C95B18F4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1793" y="152400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7190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">
            <a:extLst>
              <a:ext uri="{FF2B5EF4-FFF2-40B4-BE49-F238E27FC236}">
                <a16:creationId xmlns:a16="http://schemas.microsoft.com/office/drawing/2014/main" id="{9E3969EE-7732-41DD-2DC3-A2E1AAB30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91835"/>
            <a:ext cx="11429999" cy="7559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AEDD6D2F-5C2F-17BF-DEBA-0E6F06D22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9" y="1447799"/>
            <a:ext cx="11430000" cy="47183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626418-29B4-84BA-F111-4F7708DEF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95984-255C-540F-7973-72A8D1E34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DDA33-D578-2640-B42E-CEBF81697F81}" type="datetime1">
              <a:rPr lang="en-US" smtClean="0"/>
              <a:t>6/23/2026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FF646D-D3BB-C299-5B27-DE0157DD1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544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blue and pink circle&#10;&#10;AI-generated content may be incorrect.">
            <a:extLst>
              <a:ext uri="{FF2B5EF4-FFF2-40B4-BE49-F238E27FC236}">
                <a16:creationId xmlns:a16="http://schemas.microsoft.com/office/drawing/2014/main" id="{4979ADD3-3B85-6E30-8DB1-0F520079451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034B30DE-00B6-8472-CB6C-5E980F9BDD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762000"/>
            <a:ext cx="11430000" cy="36576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EC4BE864-9BF7-0A02-20CD-11179C631C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0999" y="4693206"/>
            <a:ext cx="11423901" cy="120069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1ECD73-1101-370B-043E-9A05C96B3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1AED54-AE01-C430-241C-8491E4DE3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D6F905-E9A0-F246-B3D1-2727C4EFD37F}" type="datetime1">
              <a:rPr lang="en-US" smtClean="0"/>
              <a:t>6/23/2026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D2A2F3B-8AF0-A668-5A10-902D91ABB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425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 blue and pink gradient&#10;&#10;AI-generated content may be incorrect.">
            <a:extLst>
              <a:ext uri="{FF2B5EF4-FFF2-40B4-BE49-F238E27FC236}">
                <a16:creationId xmlns:a16="http://schemas.microsoft.com/office/drawing/2014/main" id="{C4E3A73A-08AC-E4D5-72D4-A52D01BE1E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A4B4CAF-A0E8-F09F-D6AB-040C9D9C0DF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828725B4-D968-BAAF-19B1-9A4719C72B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1215884"/>
            <a:ext cx="10972800" cy="2379013"/>
          </a:xfrm>
        </p:spPr>
        <p:txBody>
          <a:bodyPr anchor="b">
            <a:normAutofit/>
          </a:bodyPr>
          <a:lstStyle>
            <a:lvl1pPr algn="ctr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B61B9004-3C8A-9454-2377-0A58ADD110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95090"/>
            <a:ext cx="9144000" cy="102931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1CDF6-EB44-5678-B0EF-08B581B13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1C10FD-386D-733D-548B-ABCCE0CD1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5872412-C725-2842-8141-6F8DA99B275E}" type="datetime1">
              <a:rPr lang="en-US" smtClean="0"/>
              <a:t>6/23/2026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99647C5-B8C9-C91C-8056-A758BA2C5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627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rry image of a blue and pink gradient&#10;&#10;AI-generated content may be incorrect.">
            <a:extLst>
              <a:ext uri="{FF2B5EF4-FFF2-40B4-BE49-F238E27FC236}">
                <a16:creationId xmlns:a16="http://schemas.microsoft.com/office/drawing/2014/main" id="{DE9BAE23-5B02-7784-4C10-09E5C32B23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A453100-C9A1-0247-1B59-0CFA0C2BC0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838200"/>
            <a:ext cx="11430000" cy="36576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defRPr lang="en-US" sz="7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43F882-C21D-9051-E025-9CB6D3A725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0999" y="4522304"/>
            <a:ext cx="11423901" cy="1200698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r">
              <a:buNone/>
              <a:defRPr lang="en-US" sz="2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64A10-FC71-EA8C-A80C-6591AA1FB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9B2810-D299-45D4-10D3-829D813C5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74EE0-8EE6-BB42-BF21-111D3EB8AA70}" type="datetime1">
              <a:rPr lang="en-US" smtClean="0"/>
              <a:t>6/23/2026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A30D0-2A71-E8EE-55DA-B29C4CC84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9197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4DCEB9D3-E2CB-5A44-54CA-3B1A42C2DAB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2400" y="152401"/>
            <a:ext cx="11887200" cy="6553197"/>
          </a:xfrm>
          <a:custGeom>
            <a:avLst/>
            <a:gdLst>
              <a:gd name="connsiteX0" fmla="*/ 349231 w 11887200"/>
              <a:gd name="connsiteY0" fmla="*/ 0 h 6553197"/>
              <a:gd name="connsiteX1" fmla="*/ 5672697 w 11887200"/>
              <a:gd name="connsiteY1" fmla="*/ 0 h 6553197"/>
              <a:gd name="connsiteX2" fmla="*/ 5727277 w 11887200"/>
              <a:gd name="connsiteY2" fmla="*/ 5502 h 6553197"/>
              <a:gd name="connsiteX3" fmla="*/ 5943600 w 11887200"/>
              <a:gd name="connsiteY3" fmla="*/ 270922 h 6553197"/>
              <a:gd name="connsiteX4" fmla="*/ 6214523 w 11887200"/>
              <a:gd name="connsiteY4" fmla="*/ 541844 h 6553197"/>
              <a:gd name="connsiteX5" fmla="*/ 11537950 w 11887200"/>
              <a:gd name="connsiteY5" fmla="*/ 541845 h 6553197"/>
              <a:gd name="connsiteX6" fmla="*/ 11887200 w 11887200"/>
              <a:gd name="connsiteY6" fmla="*/ 891094 h 6553197"/>
              <a:gd name="connsiteX7" fmla="*/ 11887200 w 11887200"/>
              <a:gd name="connsiteY7" fmla="*/ 6203948 h 6553197"/>
              <a:gd name="connsiteX8" fmla="*/ 11537950 w 11887200"/>
              <a:gd name="connsiteY8" fmla="*/ 6553197 h 6553197"/>
              <a:gd name="connsiteX9" fmla="*/ 7664450 w 11887200"/>
              <a:gd name="connsiteY9" fmla="*/ 6553197 h 6553197"/>
              <a:gd name="connsiteX10" fmla="*/ 7315200 w 11887200"/>
              <a:gd name="connsiteY10" fmla="*/ 6203948 h 6553197"/>
              <a:gd name="connsiteX11" fmla="*/ 7315200 w 11887200"/>
              <a:gd name="connsiteY11" fmla="*/ 4548693 h 6553197"/>
              <a:gd name="connsiteX12" fmla="*/ 6965950 w 11887200"/>
              <a:gd name="connsiteY12" fmla="*/ 4199443 h 6553197"/>
              <a:gd name="connsiteX13" fmla="*/ 349250 w 11887200"/>
              <a:gd name="connsiteY13" fmla="*/ 4199443 h 6553197"/>
              <a:gd name="connsiteX14" fmla="*/ 0 w 11887200"/>
              <a:gd name="connsiteY14" fmla="*/ 3850193 h 6553197"/>
              <a:gd name="connsiteX15" fmla="*/ 0 w 11887200"/>
              <a:gd name="connsiteY15" fmla="*/ 349248 h 6553197"/>
              <a:gd name="connsiteX16" fmla="*/ 278864 w 11887200"/>
              <a:gd name="connsiteY16" fmla="*/ 7094 h 6553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1887200" h="6553197">
                <a:moveTo>
                  <a:pt x="349231" y="0"/>
                </a:moveTo>
                <a:lnTo>
                  <a:pt x="5672697" y="0"/>
                </a:lnTo>
                <a:lnTo>
                  <a:pt x="5727277" y="5502"/>
                </a:lnTo>
                <a:cubicBezTo>
                  <a:pt x="5850732" y="30765"/>
                  <a:pt x="5943600" y="139999"/>
                  <a:pt x="5943600" y="270922"/>
                </a:cubicBezTo>
                <a:cubicBezTo>
                  <a:pt x="5943600" y="420548"/>
                  <a:pt x="6064898" y="541844"/>
                  <a:pt x="6214523" y="541844"/>
                </a:cubicBezTo>
                <a:lnTo>
                  <a:pt x="11537950" y="541845"/>
                </a:lnTo>
                <a:cubicBezTo>
                  <a:pt x="11730863" y="541845"/>
                  <a:pt x="11887200" y="698212"/>
                  <a:pt x="11887200" y="891094"/>
                </a:cubicBezTo>
                <a:lnTo>
                  <a:pt x="11887200" y="6203948"/>
                </a:lnTo>
                <a:cubicBezTo>
                  <a:pt x="11887200" y="6396861"/>
                  <a:pt x="11730863" y="6553197"/>
                  <a:pt x="11537950" y="6553197"/>
                </a:cubicBezTo>
                <a:lnTo>
                  <a:pt x="7664450" y="6553197"/>
                </a:lnTo>
                <a:cubicBezTo>
                  <a:pt x="7471537" y="6553197"/>
                  <a:pt x="7315200" y="6396861"/>
                  <a:pt x="7315200" y="6203948"/>
                </a:cubicBezTo>
                <a:lnTo>
                  <a:pt x="7315200" y="4548693"/>
                </a:lnTo>
                <a:cubicBezTo>
                  <a:pt x="7315200" y="4355806"/>
                  <a:pt x="7158863" y="4199443"/>
                  <a:pt x="6965950" y="4199443"/>
                </a:cubicBezTo>
                <a:lnTo>
                  <a:pt x="349250" y="4199443"/>
                </a:lnTo>
                <a:cubicBezTo>
                  <a:pt x="156365" y="4199443"/>
                  <a:pt x="0" y="4043081"/>
                  <a:pt x="0" y="3850193"/>
                </a:cubicBezTo>
                <a:lnTo>
                  <a:pt x="0" y="349248"/>
                </a:lnTo>
                <a:cubicBezTo>
                  <a:pt x="0" y="180474"/>
                  <a:pt x="119717" y="39660"/>
                  <a:pt x="278864" y="7094"/>
                </a:cubicBezTo>
                <a:close/>
              </a:path>
            </a:pathLst>
          </a:custGeom>
          <a:blipFill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6EEAF27-D94E-F4D8-599C-5544E29AAA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4876800"/>
            <a:ext cx="6629400" cy="914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5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E2AD91C1-AABA-5486-26F6-705AEBE1A0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791200"/>
            <a:ext cx="6629400" cy="5334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23" name="Footer Placeholder 10">
            <a:extLst>
              <a:ext uri="{FF2B5EF4-FFF2-40B4-BE49-F238E27FC236}">
                <a16:creationId xmlns:a16="http://schemas.microsoft.com/office/drawing/2014/main" id="{03310A58-9218-F5EC-4604-561F50426E3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280176" y="152400"/>
            <a:ext cx="32004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2" name="Date Placeholder 5">
            <a:extLst>
              <a:ext uri="{FF2B5EF4-FFF2-40B4-BE49-F238E27FC236}">
                <a16:creationId xmlns:a16="http://schemas.microsoft.com/office/drawing/2014/main" id="{2DA21EAE-6045-3E9B-D31B-4AC9A3A61CE5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9531099" y="152400"/>
            <a:ext cx="1800171" cy="365125"/>
          </a:xfrm>
        </p:spPr>
        <p:txBody>
          <a:bodyPr/>
          <a:lstStyle/>
          <a:p>
            <a:fld id="{5A7D64F7-0C7B-1B47-9658-E887339B9A70}" type="datetime1">
              <a:rPr lang="en-US" smtClean="0"/>
              <a:t>6/23/2026</a:t>
            </a:fld>
            <a:endParaRPr lang="en-US"/>
          </a:p>
        </p:txBody>
      </p:sp>
      <p:sp>
        <p:nvSpPr>
          <p:cNvPr id="24" name="Slide Number Placeholder 11">
            <a:extLst>
              <a:ext uri="{FF2B5EF4-FFF2-40B4-BE49-F238E27FC236}">
                <a16:creationId xmlns:a16="http://schemas.microsoft.com/office/drawing/2014/main" id="{22C589B9-597D-55C7-FAFE-05660F35D67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81793" y="152400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061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DD81ECD-75EA-ADAF-3DF5-385A64329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10400" y="1371597"/>
            <a:ext cx="4800600" cy="284556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E92A243-44D0-242D-CFED-E6D548373B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04304" y="4363278"/>
            <a:ext cx="4800600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C81FF1C8-D50B-713C-E78E-43102F0D727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52400" y="153417"/>
            <a:ext cx="5943599" cy="6552184"/>
          </a:xfrm>
          <a:custGeom>
            <a:avLst/>
            <a:gdLst>
              <a:gd name="connsiteX0" fmla="*/ 349249 w 5943599"/>
              <a:gd name="connsiteY0" fmla="*/ 0 h 6552184"/>
              <a:gd name="connsiteX1" fmla="*/ 5594350 w 5943599"/>
              <a:gd name="connsiteY1" fmla="*/ 0 h 6552184"/>
              <a:gd name="connsiteX2" fmla="*/ 5936505 w 5943599"/>
              <a:gd name="connsiteY2" fmla="*/ 278864 h 6552184"/>
              <a:gd name="connsiteX3" fmla="*/ 5943599 w 5943599"/>
              <a:gd name="connsiteY3" fmla="*/ 349240 h 6552184"/>
              <a:gd name="connsiteX4" fmla="*/ 5943599 w 5943599"/>
              <a:gd name="connsiteY4" fmla="*/ 6202933 h 6552184"/>
              <a:gd name="connsiteX5" fmla="*/ 5936505 w 5943599"/>
              <a:gd name="connsiteY5" fmla="*/ 6273302 h 6552184"/>
              <a:gd name="connsiteX6" fmla="*/ 5594350 w 5943599"/>
              <a:gd name="connsiteY6" fmla="*/ 6552184 h 6552184"/>
              <a:gd name="connsiteX7" fmla="*/ 3222460 w 5943599"/>
              <a:gd name="connsiteY7" fmla="*/ 6552184 h 6552184"/>
              <a:gd name="connsiteX8" fmla="*/ 2971800 w 5943599"/>
              <a:gd name="connsiteY8" fmla="*/ 6301512 h 6552184"/>
              <a:gd name="connsiteX9" fmla="*/ 2721140 w 5943599"/>
              <a:gd name="connsiteY9" fmla="*/ 6050852 h 6552184"/>
              <a:gd name="connsiteX10" fmla="*/ 349249 w 5943599"/>
              <a:gd name="connsiteY10" fmla="*/ 6050852 h 6552184"/>
              <a:gd name="connsiteX11" fmla="*/ 7095 w 5943599"/>
              <a:gd name="connsiteY11" fmla="*/ 5771987 h 6552184"/>
              <a:gd name="connsiteX12" fmla="*/ 0 w 5943599"/>
              <a:gd name="connsiteY12" fmla="*/ 5701612 h 6552184"/>
              <a:gd name="connsiteX13" fmla="*/ 0 w 5943599"/>
              <a:gd name="connsiteY13" fmla="*/ 349239 h 6552184"/>
              <a:gd name="connsiteX14" fmla="*/ 7095 w 5943599"/>
              <a:gd name="connsiteY14" fmla="*/ 278863 h 6552184"/>
              <a:gd name="connsiteX15" fmla="*/ 349249 w 5943599"/>
              <a:gd name="connsiteY15" fmla="*/ 0 h 6552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943599" h="6552184">
                <a:moveTo>
                  <a:pt x="349249" y="0"/>
                </a:moveTo>
                <a:lnTo>
                  <a:pt x="5594350" y="0"/>
                </a:lnTo>
                <a:cubicBezTo>
                  <a:pt x="5763127" y="0"/>
                  <a:pt x="5903939" y="119716"/>
                  <a:pt x="5936505" y="278864"/>
                </a:cubicBezTo>
                <a:lnTo>
                  <a:pt x="5943599" y="349240"/>
                </a:lnTo>
                <a:lnTo>
                  <a:pt x="5943599" y="6202933"/>
                </a:lnTo>
                <a:lnTo>
                  <a:pt x="5936505" y="6273302"/>
                </a:lnTo>
                <a:cubicBezTo>
                  <a:pt x="5903939" y="6432441"/>
                  <a:pt x="5763127" y="6552184"/>
                  <a:pt x="5594350" y="6552184"/>
                </a:cubicBezTo>
                <a:lnTo>
                  <a:pt x="3222460" y="6552184"/>
                </a:lnTo>
                <a:cubicBezTo>
                  <a:pt x="3084023" y="6552184"/>
                  <a:pt x="2971800" y="6439916"/>
                  <a:pt x="2971800" y="6301512"/>
                </a:cubicBezTo>
                <a:cubicBezTo>
                  <a:pt x="2971800" y="6163075"/>
                  <a:pt x="2859576" y="6050852"/>
                  <a:pt x="2721140" y="6050852"/>
                </a:cubicBezTo>
                <a:lnTo>
                  <a:pt x="349249" y="6050852"/>
                </a:lnTo>
                <a:cubicBezTo>
                  <a:pt x="180474" y="6050852"/>
                  <a:pt x="39661" y="5931132"/>
                  <a:pt x="7095" y="5771987"/>
                </a:cubicBezTo>
                <a:lnTo>
                  <a:pt x="0" y="5701612"/>
                </a:lnTo>
                <a:lnTo>
                  <a:pt x="0" y="349239"/>
                </a:lnTo>
                <a:lnTo>
                  <a:pt x="7095" y="278863"/>
                </a:lnTo>
                <a:cubicBezTo>
                  <a:pt x="39661" y="119716"/>
                  <a:pt x="180474" y="0"/>
                  <a:pt x="34924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C17FD179-595A-DFC0-6FEF-70179B77115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81000" y="6347057"/>
            <a:ext cx="25146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25DD1448-E731-051E-1681-77A911C310C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3CD07D3-1C6A-7243-B247-92FB4862F8B6}" type="datetime1">
              <a:rPr lang="en-US" smtClean="0"/>
              <a:t>6/23/2026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FF5DB76-0219-76D2-80FA-63D615A9A1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0588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5D948CE-769F-7D67-4E7B-1B9EDECCEC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1371597"/>
            <a:ext cx="4800600" cy="284556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7D90BD9-1CD9-8EA4-6145-FDBD4F0BA3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4363278"/>
            <a:ext cx="4800599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2F60966E-F060-05E7-54E1-129C2360EC9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1" y="153417"/>
            <a:ext cx="5943599" cy="6552184"/>
          </a:xfrm>
          <a:custGeom>
            <a:avLst/>
            <a:gdLst>
              <a:gd name="connsiteX0" fmla="*/ 349249 w 5943599"/>
              <a:gd name="connsiteY0" fmla="*/ 0 h 6552184"/>
              <a:gd name="connsiteX1" fmla="*/ 5594350 w 5943599"/>
              <a:gd name="connsiteY1" fmla="*/ 0 h 6552184"/>
              <a:gd name="connsiteX2" fmla="*/ 5936505 w 5943599"/>
              <a:gd name="connsiteY2" fmla="*/ 278863 h 6552184"/>
              <a:gd name="connsiteX3" fmla="*/ 5943599 w 5943599"/>
              <a:gd name="connsiteY3" fmla="*/ 349239 h 6552184"/>
              <a:gd name="connsiteX4" fmla="*/ 5943599 w 5943599"/>
              <a:gd name="connsiteY4" fmla="*/ 5701613 h 6552184"/>
              <a:gd name="connsiteX5" fmla="*/ 5936505 w 5943599"/>
              <a:gd name="connsiteY5" fmla="*/ 5771987 h 6552184"/>
              <a:gd name="connsiteX6" fmla="*/ 5594350 w 5943599"/>
              <a:gd name="connsiteY6" fmla="*/ 6050852 h 6552184"/>
              <a:gd name="connsiteX7" fmla="*/ 3222459 w 5943599"/>
              <a:gd name="connsiteY7" fmla="*/ 6050852 h 6552184"/>
              <a:gd name="connsiteX8" fmla="*/ 2971799 w 5943599"/>
              <a:gd name="connsiteY8" fmla="*/ 6301512 h 6552184"/>
              <a:gd name="connsiteX9" fmla="*/ 2721139 w 5943599"/>
              <a:gd name="connsiteY9" fmla="*/ 6552184 h 6552184"/>
              <a:gd name="connsiteX10" fmla="*/ 349249 w 5943599"/>
              <a:gd name="connsiteY10" fmla="*/ 6552184 h 6552184"/>
              <a:gd name="connsiteX11" fmla="*/ 7095 w 5943599"/>
              <a:gd name="connsiteY11" fmla="*/ 6273302 h 6552184"/>
              <a:gd name="connsiteX12" fmla="*/ 0 w 5943599"/>
              <a:gd name="connsiteY12" fmla="*/ 6202932 h 6552184"/>
              <a:gd name="connsiteX13" fmla="*/ 0 w 5943599"/>
              <a:gd name="connsiteY13" fmla="*/ 349240 h 6552184"/>
              <a:gd name="connsiteX14" fmla="*/ 7095 w 5943599"/>
              <a:gd name="connsiteY14" fmla="*/ 278864 h 6552184"/>
              <a:gd name="connsiteX15" fmla="*/ 349249 w 5943599"/>
              <a:gd name="connsiteY15" fmla="*/ 0 h 6552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943599" h="6552184">
                <a:moveTo>
                  <a:pt x="349249" y="0"/>
                </a:moveTo>
                <a:lnTo>
                  <a:pt x="5594350" y="0"/>
                </a:lnTo>
                <a:cubicBezTo>
                  <a:pt x="5763125" y="0"/>
                  <a:pt x="5903938" y="119716"/>
                  <a:pt x="5936505" y="278863"/>
                </a:cubicBezTo>
                <a:lnTo>
                  <a:pt x="5943599" y="349239"/>
                </a:lnTo>
                <a:lnTo>
                  <a:pt x="5943599" y="5701613"/>
                </a:lnTo>
                <a:lnTo>
                  <a:pt x="5936505" y="5771987"/>
                </a:lnTo>
                <a:cubicBezTo>
                  <a:pt x="5903938" y="5931132"/>
                  <a:pt x="5763125" y="6050852"/>
                  <a:pt x="5594350" y="6050852"/>
                </a:cubicBezTo>
                <a:lnTo>
                  <a:pt x="3222459" y="6050852"/>
                </a:lnTo>
                <a:cubicBezTo>
                  <a:pt x="3084023" y="6050852"/>
                  <a:pt x="2971799" y="6163075"/>
                  <a:pt x="2971799" y="6301512"/>
                </a:cubicBezTo>
                <a:cubicBezTo>
                  <a:pt x="2971799" y="6439916"/>
                  <a:pt x="2859576" y="6552184"/>
                  <a:pt x="2721139" y="6552184"/>
                </a:cubicBezTo>
                <a:lnTo>
                  <a:pt x="349249" y="6552184"/>
                </a:lnTo>
                <a:cubicBezTo>
                  <a:pt x="180472" y="6552184"/>
                  <a:pt x="39661" y="6432441"/>
                  <a:pt x="7095" y="6273302"/>
                </a:cubicBezTo>
                <a:lnTo>
                  <a:pt x="0" y="6202932"/>
                </a:lnTo>
                <a:lnTo>
                  <a:pt x="0" y="349240"/>
                </a:lnTo>
                <a:lnTo>
                  <a:pt x="7095" y="278864"/>
                </a:lnTo>
                <a:cubicBezTo>
                  <a:pt x="39661" y="119716"/>
                  <a:pt x="180472" y="0"/>
                  <a:pt x="349249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491524-50CE-AA56-089E-9B0375F36DF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D9980E-D0D3-04C2-5215-3DDF6639995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6261448-4908-0A47-BB1E-F6B7BED9DDE3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3B3FA2-A8FD-6297-22D8-5014419EBEA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0303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blue and pink background&#10;&#10;AI-generated content may be incorrect.">
            <a:extLst>
              <a:ext uri="{FF2B5EF4-FFF2-40B4-BE49-F238E27FC236}">
                <a16:creationId xmlns:a16="http://schemas.microsoft.com/office/drawing/2014/main" id="{28646D54-8A43-A2E9-D6C2-B05BA88192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2" cy="6856285"/>
          </a:xfrm>
          <a:prstGeom prst="rect">
            <a:avLst/>
          </a:prstGeom>
        </p:spPr>
      </p:pic>
      <p:sp>
        <p:nvSpPr>
          <p:cNvPr id="7" name="Graphic 3">
            <a:extLst>
              <a:ext uri="{FF2B5EF4-FFF2-40B4-BE49-F238E27FC236}">
                <a16:creationId xmlns:a16="http://schemas.microsoft.com/office/drawing/2014/main" id="{017BF504-9DEC-0719-1E19-51CE27348830}"/>
              </a:ext>
            </a:extLst>
          </p:cNvPr>
          <p:cNvSpPr/>
          <p:nvPr/>
        </p:nvSpPr>
        <p:spPr>
          <a:xfrm>
            <a:off x="1537" y="5315"/>
            <a:ext cx="12185639" cy="6851669"/>
          </a:xfrm>
          <a:custGeom>
            <a:avLst/>
            <a:gdLst>
              <a:gd name="connsiteX0" fmla="*/ 12185639 w 12185639"/>
              <a:gd name="connsiteY0" fmla="*/ 6851669 h 6851669"/>
              <a:gd name="connsiteX1" fmla="*/ 0 w 12185639"/>
              <a:gd name="connsiteY1" fmla="*/ 6851669 h 6851669"/>
              <a:gd name="connsiteX2" fmla="*/ 0 w 12185639"/>
              <a:gd name="connsiteY2" fmla="*/ 0 h 6851669"/>
              <a:gd name="connsiteX3" fmla="*/ 12185639 w 12185639"/>
              <a:gd name="connsiteY3" fmla="*/ 0 h 6851669"/>
              <a:gd name="connsiteX4" fmla="*/ 12185639 w 12185639"/>
              <a:gd name="connsiteY4" fmla="*/ 6851669 h 6851669"/>
              <a:gd name="connsiteX5" fmla="*/ 501389 w 12185639"/>
              <a:gd name="connsiteY5" fmla="*/ 152259 h 6851669"/>
              <a:gd name="connsiteX6" fmla="*/ 152321 w 12185639"/>
              <a:gd name="connsiteY6" fmla="*/ 501186 h 6851669"/>
              <a:gd name="connsiteX7" fmla="*/ 152321 w 12185639"/>
              <a:gd name="connsiteY7" fmla="*/ 6350484 h 6851669"/>
              <a:gd name="connsiteX8" fmla="*/ 501389 w 12185639"/>
              <a:gd name="connsiteY8" fmla="*/ 6699410 h 6851669"/>
              <a:gd name="connsiteX9" fmla="*/ 11684250 w 12185639"/>
              <a:gd name="connsiteY9" fmla="*/ 6699410 h 6851669"/>
              <a:gd name="connsiteX10" fmla="*/ 12033319 w 12185639"/>
              <a:gd name="connsiteY10" fmla="*/ 6350484 h 6851669"/>
              <a:gd name="connsiteX11" fmla="*/ 12033319 w 12185639"/>
              <a:gd name="connsiteY11" fmla="*/ 1042531 h 6851669"/>
              <a:gd name="connsiteX12" fmla="*/ 11684250 w 12185639"/>
              <a:gd name="connsiteY12" fmla="*/ 693604 h 6851669"/>
              <a:gd name="connsiteX13" fmla="*/ 6363626 w 12185639"/>
              <a:gd name="connsiteY13" fmla="*/ 693604 h 6851669"/>
              <a:gd name="connsiteX14" fmla="*/ 6092914 w 12185639"/>
              <a:gd name="connsiteY14" fmla="*/ 429920 h 6851669"/>
              <a:gd name="connsiteX15" fmla="*/ 6092743 w 12185639"/>
              <a:gd name="connsiteY15" fmla="*/ 415943 h 6851669"/>
              <a:gd name="connsiteX16" fmla="*/ 5822044 w 12185639"/>
              <a:gd name="connsiteY16" fmla="*/ 152259 h 6851669"/>
              <a:gd name="connsiteX17" fmla="*/ 501389 w 12185639"/>
              <a:gd name="connsiteY17" fmla="*/ 152259 h 6851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2185639" h="6851669">
                <a:moveTo>
                  <a:pt x="12185639" y="6851669"/>
                </a:moveTo>
                <a:lnTo>
                  <a:pt x="0" y="6851669"/>
                </a:lnTo>
                <a:lnTo>
                  <a:pt x="0" y="0"/>
                </a:lnTo>
                <a:lnTo>
                  <a:pt x="12185639" y="0"/>
                </a:lnTo>
                <a:lnTo>
                  <a:pt x="12185639" y="6851669"/>
                </a:lnTo>
                <a:close/>
                <a:moveTo>
                  <a:pt x="501389" y="152259"/>
                </a:moveTo>
                <a:cubicBezTo>
                  <a:pt x="308604" y="152259"/>
                  <a:pt x="152321" y="308479"/>
                  <a:pt x="152321" y="501186"/>
                </a:cubicBezTo>
                <a:lnTo>
                  <a:pt x="152321" y="6350484"/>
                </a:lnTo>
                <a:cubicBezTo>
                  <a:pt x="152321" y="6543154"/>
                  <a:pt x="308604" y="6699410"/>
                  <a:pt x="501389" y="6699410"/>
                </a:cubicBezTo>
                <a:lnTo>
                  <a:pt x="11684250" y="6699410"/>
                </a:lnTo>
                <a:cubicBezTo>
                  <a:pt x="11877063" y="6699410"/>
                  <a:pt x="12033319" y="6543154"/>
                  <a:pt x="12033319" y="6350484"/>
                </a:cubicBezTo>
                <a:lnTo>
                  <a:pt x="12033319" y="1042531"/>
                </a:lnTo>
                <a:cubicBezTo>
                  <a:pt x="12033319" y="849822"/>
                  <a:pt x="11877063" y="693604"/>
                  <a:pt x="11684250" y="693604"/>
                </a:cubicBezTo>
                <a:lnTo>
                  <a:pt x="6363626" y="693604"/>
                </a:lnTo>
                <a:cubicBezTo>
                  <a:pt x="6216396" y="693604"/>
                  <a:pt x="6096621" y="576178"/>
                  <a:pt x="6092914" y="429920"/>
                </a:cubicBezTo>
                <a:lnTo>
                  <a:pt x="6092743" y="415943"/>
                </a:lnTo>
                <a:cubicBezTo>
                  <a:pt x="6089030" y="269684"/>
                  <a:pt x="5969255" y="152259"/>
                  <a:pt x="5822044" y="152259"/>
                </a:cubicBezTo>
                <a:lnTo>
                  <a:pt x="501389" y="152259"/>
                </a:lnTo>
                <a:close/>
              </a:path>
            </a:pathLst>
          </a:custGeom>
          <a:solidFill>
            <a:schemeClr val="bg1"/>
          </a:solidFill>
          <a:ln w="63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A6AA80-3C0A-7F94-0F87-BBBE96ADFF6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1600200"/>
            <a:ext cx="10058400" cy="4572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75000"/>
              </a:lnSpc>
              <a:defRPr lang="en-US" sz="8600" cap="none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5FC6C00E-827D-90CD-FFF6-1EF511FD6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80176" y="152400"/>
            <a:ext cx="32004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Date Placeholder 5">
            <a:extLst>
              <a:ext uri="{FF2B5EF4-FFF2-40B4-BE49-F238E27FC236}">
                <a16:creationId xmlns:a16="http://schemas.microsoft.com/office/drawing/2014/main" id="{1C8E1852-313B-67B6-28F9-5F38A94B1E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1099" y="152400"/>
            <a:ext cx="180017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2EC4BBC-FFA2-B54E-847D-F2577F1B8D0A}" type="datetime1">
              <a:rPr lang="en-US" smtClean="0"/>
              <a:pPr/>
              <a:t>6/23/2026</a:t>
            </a:fld>
            <a:endParaRPr lang="en-US"/>
          </a:p>
        </p:txBody>
      </p:sp>
      <p:sp>
        <p:nvSpPr>
          <p:cNvPr id="9" name="Slide Number Placeholder 11">
            <a:extLst>
              <a:ext uri="{FF2B5EF4-FFF2-40B4-BE49-F238E27FC236}">
                <a16:creationId xmlns:a16="http://schemas.microsoft.com/office/drawing/2014/main" id="{9F6C9A12-D05B-EE84-C2D4-548E5E273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1793" y="152400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9652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blurry image of a blue and pink color&#10;&#10;AI-generated content may be incorrect.">
            <a:extLst>
              <a:ext uri="{FF2B5EF4-FFF2-40B4-BE49-F238E27FC236}">
                <a16:creationId xmlns:a16="http://schemas.microsoft.com/office/drawing/2014/main" id="{E8AEC1E5-A1B0-5F0D-7E91-B99164B66A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2" cy="685628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1AC02B19-E76A-5F06-CC78-E185C785940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0" y="1600200"/>
            <a:ext cx="11430000" cy="4572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75000"/>
              </a:lnSpc>
              <a:defRPr lang="en-US" sz="8600" cap="none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F6BEA5-7812-E1C8-AD3A-DE3629179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3B1F3F-0C8E-5A7A-475A-00F1006A7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18E063-8567-3D4A-98A7-68096F5E3E81}" type="datetime1">
              <a:rPr lang="en-US" smtClean="0"/>
              <a:pPr/>
              <a:t>6/23/2026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35B1E7-7CF5-B0DF-C56E-203939E59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0384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01A1411-1618-7B55-6F05-E4292F281D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FC3F75D9-C1DA-5E09-7705-E8EDCDDEEF9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61423BE9-C6AD-3608-7312-55246E016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85800"/>
            <a:ext cx="6629400" cy="1681218"/>
          </a:xfrm>
        </p:spPr>
        <p:txBody>
          <a:bodyPr anchor="t">
            <a:normAutofit/>
          </a:bodyPr>
          <a:lstStyle>
            <a:lvl1pPr>
              <a:defRPr sz="6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4DB465B5-8C64-384F-7DC0-7C2D1C97610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1" y="2514600"/>
            <a:ext cx="7086599" cy="3463314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>
                <a:solidFill>
                  <a:schemeClr val="tx1"/>
                </a:solidFill>
              </a:defRPr>
            </a:lvl1pPr>
            <a:lvl2pPr marL="685800" indent="-457200">
              <a:buFont typeface="+mj-lt"/>
              <a:buAutoNum type="arabicPeriod"/>
              <a:defRPr sz="160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sz="1400">
                <a:solidFill>
                  <a:schemeClr val="tx1"/>
                </a:solidFill>
              </a:defRPr>
            </a:lvl3pPr>
            <a:lvl4pPr marL="1028700" indent="-342900">
              <a:buFont typeface="+mj-lt"/>
              <a:buAutoNum type="arabicPeriod"/>
              <a:defRPr sz="1400">
                <a:solidFill>
                  <a:schemeClr val="tx1"/>
                </a:solidFill>
              </a:defRPr>
            </a:lvl4pPr>
            <a:lvl5pPr marL="1257300" indent="-342900">
              <a:buFont typeface="+mj-lt"/>
              <a:buAutoNum type="arabicPeriod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98790F-95AF-C438-81C4-A7AFBC618EE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A11A83-974F-916E-4B94-072D216980E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F1EE65-9B75-D34D-9F02-D2E3965E0F0C}" type="datetime1">
              <a:rPr lang="en-US" smtClean="0"/>
              <a:t>6/23/2026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B9FFFF-03A0-FB05-6654-69512558AAE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8013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295885B-1DD3-9A2F-6CE5-85B63AC5C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0"/>
            <a:ext cx="4800599" cy="2133600"/>
          </a:xfrm>
        </p:spPr>
        <p:txBody>
          <a:bodyPr anchor="b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34">
            <a:extLst>
              <a:ext uri="{FF2B5EF4-FFF2-40B4-BE49-F238E27FC236}">
                <a16:creationId xmlns:a16="http://schemas.microsoft.com/office/drawing/2014/main" id="{41D936BB-D3BE-42B9-6F9B-0D898AFA4E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52400" y="152400"/>
            <a:ext cx="11887200" cy="3733798"/>
          </a:xfrm>
          <a:custGeom>
            <a:avLst/>
            <a:gdLst>
              <a:gd name="connsiteX0" fmla="*/ 349240 w 11887200"/>
              <a:gd name="connsiteY0" fmla="*/ 0 h 3733798"/>
              <a:gd name="connsiteX1" fmla="*/ 11537960 w 11887200"/>
              <a:gd name="connsiteY1" fmla="*/ 0 h 3733798"/>
              <a:gd name="connsiteX2" fmla="*/ 11608344 w 11887200"/>
              <a:gd name="connsiteY2" fmla="*/ 7095 h 3733798"/>
              <a:gd name="connsiteX3" fmla="*/ 11887200 w 11887200"/>
              <a:gd name="connsiteY3" fmla="*/ 349249 h 3733798"/>
              <a:gd name="connsiteX4" fmla="*/ 11887200 w 11887200"/>
              <a:gd name="connsiteY4" fmla="*/ 2021400 h 3733798"/>
              <a:gd name="connsiteX5" fmla="*/ 11537950 w 11887200"/>
              <a:gd name="connsiteY5" fmla="*/ 2370650 h 3733798"/>
              <a:gd name="connsiteX6" fmla="*/ 5378450 w 11887200"/>
              <a:gd name="connsiteY6" fmla="*/ 2370650 h 3733798"/>
              <a:gd name="connsiteX7" fmla="*/ 5029200 w 11887200"/>
              <a:gd name="connsiteY7" fmla="*/ 2719900 h 3733798"/>
              <a:gd name="connsiteX8" fmla="*/ 5029200 w 11887200"/>
              <a:gd name="connsiteY8" fmla="*/ 3384548 h 3733798"/>
              <a:gd name="connsiteX9" fmla="*/ 4679950 w 11887200"/>
              <a:gd name="connsiteY9" fmla="*/ 3733798 h 3733798"/>
              <a:gd name="connsiteX10" fmla="*/ 349250 w 11887200"/>
              <a:gd name="connsiteY10" fmla="*/ 3733798 h 3733798"/>
              <a:gd name="connsiteX11" fmla="*/ 0 w 11887200"/>
              <a:gd name="connsiteY11" fmla="*/ 3384548 h 3733798"/>
              <a:gd name="connsiteX12" fmla="*/ 0 w 11887200"/>
              <a:gd name="connsiteY12" fmla="*/ 349249 h 3733798"/>
              <a:gd name="connsiteX13" fmla="*/ 278864 w 11887200"/>
              <a:gd name="connsiteY13" fmla="*/ 7095 h 3733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887200" h="3733798">
                <a:moveTo>
                  <a:pt x="349240" y="0"/>
                </a:moveTo>
                <a:lnTo>
                  <a:pt x="11537960" y="0"/>
                </a:lnTo>
                <a:lnTo>
                  <a:pt x="11608344" y="7095"/>
                </a:lnTo>
                <a:cubicBezTo>
                  <a:pt x="11767505" y="39661"/>
                  <a:pt x="11887200" y="180474"/>
                  <a:pt x="11887200" y="349249"/>
                </a:cubicBezTo>
                <a:lnTo>
                  <a:pt x="11887200" y="2021400"/>
                </a:lnTo>
                <a:cubicBezTo>
                  <a:pt x="11887200" y="2214288"/>
                  <a:pt x="11730863" y="2370650"/>
                  <a:pt x="11537950" y="2370650"/>
                </a:cubicBezTo>
                <a:lnTo>
                  <a:pt x="5378450" y="2370650"/>
                </a:lnTo>
                <a:cubicBezTo>
                  <a:pt x="5185563" y="2370650"/>
                  <a:pt x="5029200" y="2527013"/>
                  <a:pt x="5029200" y="2719900"/>
                </a:cubicBezTo>
                <a:lnTo>
                  <a:pt x="5029200" y="3384548"/>
                </a:lnTo>
                <a:cubicBezTo>
                  <a:pt x="5029200" y="3577436"/>
                  <a:pt x="4872838" y="3733798"/>
                  <a:pt x="4679950" y="3733798"/>
                </a:cubicBezTo>
                <a:lnTo>
                  <a:pt x="349250" y="3733798"/>
                </a:lnTo>
                <a:cubicBezTo>
                  <a:pt x="156364" y="3733798"/>
                  <a:pt x="0" y="3577436"/>
                  <a:pt x="0" y="3384548"/>
                </a:cubicBezTo>
                <a:lnTo>
                  <a:pt x="0" y="349249"/>
                </a:lnTo>
                <a:cubicBezTo>
                  <a:pt x="0" y="180474"/>
                  <a:pt x="119716" y="39661"/>
                  <a:pt x="278864" y="7095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97E45652-0A6C-4552-E12E-94E6B8CAAC7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88000" y="2895600"/>
            <a:ext cx="6223000" cy="3267456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/>
            </a:lvl1pPr>
            <a:lvl2pPr marL="571500" indent="-3429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8B1980-1174-ED0C-7D2B-3C8E19442F8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588000" y="6347057"/>
            <a:ext cx="32004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0E17CE-5CDB-F9B8-508A-EBF750BFDC2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CD35447-68C7-CB49-B79C-2828CACD9C53}" type="datetime1">
              <a:rPr lang="en-US" smtClean="0"/>
              <a:t>6/23/2026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65A623-B0CB-DF72-7154-FAA599F2E1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5858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133FF05-3096-7497-FA8D-28733AAE7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2" y="2514601"/>
            <a:ext cx="3200398" cy="3657600"/>
          </a:xfrm>
        </p:spPr>
        <p:txBody>
          <a:bodyPr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B0368EA-7806-3BA9-5570-A5102FE7B940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267200" y="2514600"/>
            <a:ext cx="4572000" cy="228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FAB1DF-AD2F-4353-402F-94E47EE3D8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2495CA-89D9-4C74-A72D-AF6B3A8FCF1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3F75FBB-52A4-3947-9071-787C670AA4F3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9898EE-29F5-4EB1-D6B0-7CAEDDFB329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998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600200"/>
            <a:ext cx="3200401" cy="36576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67200" y="1609344"/>
            <a:ext cx="5029200" cy="3657600"/>
          </a:xfrm>
        </p:spPr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6833A1-CC94-31F8-5C28-FE32A28041F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DCE220-30D9-99B4-3161-7B7CA3D3A6A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3480301-390C-8846-A6E3-CD2894BE139C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07D07A-7BD8-5871-3B79-C74FF0E365A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3557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2D2CDB4-A600-5D54-5BE6-1FA4F2A91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600200"/>
            <a:ext cx="3215641" cy="3657600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B283CA2A-27C4-3A5B-CCC8-D39969DABF5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82441" y="1600200"/>
            <a:ext cx="6842759" cy="3200400"/>
          </a:xfrm>
        </p:spPr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F66AFF-3304-8CC6-CF56-E7AF712FF1A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CE7806-344D-D45A-FF0A-D6669494DD3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275CAB1-537D-AB4A-86AF-498D16CC8BFB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C48EDA-AD65-3CC6-9DF2-10AAA02ED47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3123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6D9B302-0DDD-C18C-0048-1CE0B3F62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85800"/>
            <a:ext cx="3215642" cy="4419600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A4C4BA54-3687-3119-634B-178D88E18F8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88538" y="694944"/>
            <a:ext cx="7522462" cy="4410456"/>
          </a:xfrm>
        </p:spPr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00CFD0-8801-A840-8082-92086F7985A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1133C8-ACEC-C7FF-8853-AC6AA283473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C9067C8-B2FA-9242-99D3-2AAAEA57F6E3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924940-A505-A257-1AC1-04850EB787A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9597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0A35C34-6355-27EB-6385-E2E89A9D6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707549"/>
            <a:ext cx="3200400" cy="2721451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F8C3733F-A93C-13FB-40FF-0CDAD1C421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82441" y="707549"/>
            <a:ext cx="7522459" cy="5159851"/>
          </a:xfrm>
        </p:spPr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AC85AE-CA6A-7906-52B1-EB20693C243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3A9F3E-7E0A-8060-1610-7ED0C1A9EDE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2121301-BC9F-2048-8BD9-9D5533C3FEB8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234425-1B9E-3F81-93A7-39A902E4176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0947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08979546-8117-7386-41D7-A795798E3A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67800" y="685800"/>
            <a:ext cx="2743200" cy="1828800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	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ADE402D3-FE8F-0ECD-D3A6-9A5C54E0AB7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52401" y="152402"/>
            <a:ext cx="7772400" cy="6553199"/>
          </a:xfrm>
          <a:custGeom>
            <a:avLst/>
            <a:gdLst>
              <a:gd name="connsiteX0" fmla="*/ 349250 w 7772400"/>
              <a:gd name="connsiteY0" fmla="*/ 0 h 6553199"/>
              <a:gd name="connsiteX1" fmla="*/ 7423150 w 7772400"/>
              <a:gd name="connsiteY1" fmla="*/ 0 h 6553199"/>
              <a:gd name="connsiteX2" fmla="*/ 7772400 w 7772400"/>
              <a:gd name="connsiteY2" fmla="*/ 349250 h 6553199"/>
              <a:gd name="connsiteX3" fmla="*/ 7772400 w 7772400"/>
              <a:gd name="connsiteY3" fmla="*/ 6203949 h 6553199"/>
              <a:gd name="connsiteX4" fmla="*/ 7423150 w 7772400"/>
              <a:gd name="connsiteY4" fmla="*/ 6553199 h 6553199"/>
              <a:gd name="connsiteX5" fmla="*/ 4137374 w 7772400"/>
              <a:gd name="connsiteY5" fmla="*/ 6553199 h 6553199"/>
              <a:gd name="connsiteX6" fmla="*/ 3886200 w 7772400"/>
              <a:gd name="connsiteY6" fmla="*/ 6302025 h 6553199"/>
              <a:gd name="connsiteX7" fmla="*/ 3635026 w 7772400"/>
              <a:gd name="connsiteY7" fmla="*/ 6050851 h 6553199"/>
              <a:gd name="connsiteX8" fmla="*/ 349250 w 7772400"/>
              <a:gd name="connsiteY8" fmla="*/ 6050851 h 6553199"/>
              <a:gd name="connsiteX9" fmla="*/ 0 w 7772400"/>
              <a:gd name="connsiteY9" fmla="*/ 5701601 h 6553199"/>
              <a:gd name="connsiteX10" fmla="*/ 0 w 7772400"/>
              <a:gd name="connsiteY10" fmla="*/ 349249 h 6553199"/>
              <a:gd name="connsiteX11" fmla="*/ 349250 w 7772400"/>
              <a:gd name="connsiteY11" fmla="*/ 0 h 6553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772400" h="6553199">
                <a:moveTo>
                  <a:pt x="349250" y="0"/>
                </a:moveTo>
                <a:lnTo>
                  <a:pt x="7423150" y="0"/>
                </a:lnTo>
                <a:cubicBezTo>
                  <a:pt x="7616063" y="0"/>
                  <a:pt x="7772400" y="156364"/>
                  <a:pt x="7772400" y="349250"/>
                </a:cubicBezTo>
                <a:lnTo>
                  <a:pt x="7772400" y="6203949"/>
                </a:lnTo>
                <a:cubicBezTo>
                  <a:pt x="7772400" y="6396862"/>
                  <a:pt x="7616063" y="6553199"/>
                  <a:pt x="7423150" y="6553199"/>
                </a:cubicBezTo>
                <a:lnTo>
                  <a:pt x="4137374" y="6553199"/>
                </a:lnTo>
                <a:cubicBezTo>
                  <a:pt x="3998652" y="6553199"/>
                  <a:pt x="3886200" y="6440741"/>
                  <a:pt x="3886200" y="6302025"/>
                </a:cubicBezTo>
                <a:cubicBezTo>
                  <a:pt x="3886200" y="6163303"/>
                  <a:pt x="3773748" y="6050851"/>
                  <a:pt x="3635026" y="6050851"/>
                </a:cubicBezTo>
                <a:lnTo>
                  <a:pt x="349250" y="6050851"/>
                </a:lnTo>
                <a:cubicBezTo>
                  <a:pt x="156364" y="6050851"/>
                  <a:pt x="0" y="5894482"/>
                  <a:pt x="0" y="5701601"/>
                </a:cubicBezTo>
                <a:lnTo>
                  <a:pt x="0" y="349249"/>
                </a:lnTo>
                <a:cubicBezTo>
                  <a:pt x="0" y="156364"/>
                  <a:pt x="156364" y="0"/>
                  <a:pt x="349250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79679-AD22-F26A-8C14-FBF02529B91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9067800" y="2697163"/>
            <a:ext cx="2736850" cy="2655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Footer Placeholder 25">
            <a:extLst>
              <a:ext uri="{FF2B5EF4-FFF2-40B4-BE49-F238E27FC236}">
                <a16:creationId xmlns:a16="http://schemas.microsoft.com/office/drawing/2014/main" id="{A481F4D9-6FA4-7B89-81A9-C9BB5487665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5" name="Date Placeholder 24">
            <a:extLst>
              <a:ext uri="{FF2B5EF4-FFF2-40B4-BE49-F238E27FC236}">
                <a16:creationId xmlns:a16="http://schemas.microsoft.com/office/drawing/2014/main" id="{7BD407AA-757D-81E0-5656-C5362BA1A85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B5FC2305-971C-BE4F-9A36-18A81034BC3D}" type="datetime1">
              <a:rPr lang="en-US" smtClean="0"/>
              <a:t>6/23/2026</a:t>
            </a:fld>
            <a:endParaRPr lang="en-US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279DE387-22FA-A62E-884D-B1091CE2556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3800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E87790CD-F333-C0F1-5656-69C089583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85800"/>
            <a:ext cx="2743200" cy="18288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E3168-BE46-DD0E-A208-64B0FE6A35EF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81000" y="2697163"/>
            <a:ext cx="2743200" cy="2655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FCF3E2CD-E4FF-604F-C779-35D98A0D9C6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67169" y="152402"/>
            <a:ext cx="7772400" cy="6553199"/>
          </a:xfrm>
          <a:custGeom>
            <a:avLst/>
            <a:gdLst>
              <a:gd name="connsiteX0" fmla="*/ 349250 w 7772400"/>
              <a:gd name="connsiteY0" fmla="*/ 0 h 6553199"/>
              <a:gd name="connsiteX1" fmla="*/ 7423150 w 7772400"/>
              <a:gd name="connsiteY1" fmla="*/ 0 h 6553199"/>
              <a:gd name="connsiteX2" fmla="*/ 7772400 w 7772400"/>
              <a:gd name="connsiteY2" fmla="*/ 349249 h 6553199"/>
              <a:gd name="connsiteX3" fmla="*/ 7772400 w 7772400"/>
              <a:gd name="connsiteY3" fmla="*/ 5701601 h 6553199"/>
              <a:gd name="connsiteX4" fmla="*/ 7423150 w 7772400"/>
              <a:gd name="connsiteY4" fmla="*/ 6050851 h 6553199"/>
              <a:gd name="connsiteX5" fmla="*/ 4137374 w 7772400"/>
              <a:gd name="connsiteY5" fmla="*/ 6050851 h 6553199"/>
              <a:gd name="connsiteX6" fmla="*/ 3886200 w 7772400"/>
              <a:gd name="connsiteY6" fmla="*/ 6302025 h 6553199"/>
              <a:gd name="connsiteX7" fmla="*/ 3635026 w 7772400"/>
              <a:gd name="connsiteY7" fmla="*/ 6553199 h 6553199"/>
              <a:gd name="connsiteX8" fmla="*/ 349250 w 7772400"/>
              <a:gd name="connsiteY8" fmla="*/ 6553199 h 6553199"/>
              <a:gd name="connsiteX9" fmla="*/ 0 w 7772400"/>
              <a:gd name="connsiteY9" fmla="*/ 6203949 h 6553199"/>
              <a:gd name="connsiteX10" fmla="*/ 0 w 7772400"/>
              <a:gd name="connsiteY10" fmla="*/ 349250 h 6553199"/>
              <a:gd name="connsiteX11" fmla="*/ 349250 w 7772400"/>
              <a:gd name="connsiteY11" fmla="*/ 0 h 6553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772400" h="6553199">
                <a:moveTo>
                  <a:pt x="349250" y="0"/>
                </a:moveTo>
                <a:lnTo>
                  <a:pt x="7423150" y="0"/>
                </a:lnTo>
                <a:cubicBezTo>
                  <a:pt x="7616036" y="0"/>
                  <a:pt x="7772400" y="156364"/>
                  <a:pt x="7772400" y="349249"/>
                </a:cubicBezTo>
                <a:lnTo>
                  <a:pt x="7772400" y="5701601"/>
                </a:lnTo>
                <a:cubicBezTo>
                  <a:pt x="7772400" y="5894482"/>
                  <a:pt x="7616036" y="6050851"/>
                  <a:pt x="7423150" y="6050851"/>
                </a:cubicBezTo>
                <a:lnTo>
                  <a:pt x="4137374" y="6050851"/>
                </a:lnTo>
                <a:cubicBezTo>
                  <a:pt x="3998652" y="6050851"/>
                  <a:pt x="3886200" y="6163303"/>
                  <a:pt x="3886200" y="6302025"/>
                </a:cubicBezTo>
                <a:cubicBezTo>
                  <a:pt x="3886200" y="6440741"/>
                  <a:pt x="3773748" y="6553199"/>
                  <a:pt x="3635026" y="6553199"/>
                </a:cubicBezTo>
                <a:lnTo>
                  <a:pt x="349250" y="6553199"/>
                </a:lnTo>
                <a:cubicBezTo>
                  <a:pt x="156337" y="6553199"/>
                  <a:pt x="0" y="6396862"/>
                  <a:pt x="0" y="6203949"/>
                </a:cubicBezTo>
                <a:lnTo>
                  <a:pt x="0" y="349250"/>
                </a:lnTo>
                <a:cubicBezTo>
                  <a:pt x="0" y="156364"/>
                  <a:pt x="156337" y="0"/>
                  <a:pt x="349250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9C7A36CE-789D-54A7-FBA5-A7874CD124F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32C91AF8-BAF4-9A6D-74C4-A3C09EED59CE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6FAC4171-8BCA-1740-A615-A2F6C531D1D6}" type="datetime1">
              <a:rPr lang="en-US" smtClean="0"/>
              <a:t>6/23/2026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0BCA39C5-9F64-B755-BEB5-B84576E593B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00940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6123794-32E7-D1A7-A06F-935705E38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80186"/>
            <a:ext cx="2743200" cy="1792014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0404783-A1B8-D809-2811-6EB9AA4C807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52400" y="152400"/>
            <a:ext cx="11887200" cy="4188118"/>
          </a:xfrm>
          <a:custGeom>
            <a:avLst/>
            <a:gdLst>
              <a:gd name="connsiteX0" fmla="*/ 283883 w 11887200"/>
              <a:gd name="connsiteY0" fmla="*/ 0 h 4188118"/>
              <a:gd name="connsiteX1" fmla="*/ 11603325 w 11887200"/>
              <a:gd name="connsiteY1" fmla="*/ 0 h 4188118"/>
              <a:gd name="connsiteX2" fmla="*/ 11608344 w 11887200"/>
              <a:gd name="connsiteY2" fmla="*/ 505 h 4188118"/>
              <a:gd name="connsiteX3" fmla="*/ 11887200 w 11887200"/>
              <a:gd name="connsiteY3" fmla="*/ 342315 h 4188118"/>
              <a:gd name="connsiteX4" fmla="*/ 11887200 w 11887200"/>
              <a:gd name="connsiteY4" fmla="*/ 3839220 h 4188118"/>
              <a:gd name="connsiteX5" fmla="*/ 11537950 w 11887200"/>
              <a:gd name="connsiteY5" fmla="*/ 4188118 h 4188118"/>
              <a:gd name="connsiteX6" fmla="*/ 3733800 w 11887200"/>
              <a:gd name="connsiteY6" fmla="*/ 4188118 h 4188118"/>
              <a:gd name="connsiteX7" fmla="*/ 3462878 w 11887200"/>
              <a:gd name="connsiteY7" fmla="*/ 3917468 h 4188118"/>
              <a:gd name="connsiteX8" fmla="*/ 3191955 w 11887200"/>
              <a:gd name="connsiteY8" fmla="*/ 3646818 h 4188118"/>
              <a:gd name="connsiteX9" fmla="*/ 349250 w 11887200"/>
              <a:gd name="connsiteY9" fmla="*/ 3646818 h 4188118"/>
              <a:gd name="connsiteX10" fmla="*/ 0 w 11887200"/>
              <a:gd name="connsiteY10" fmla="*/ 3297920 h 4188118"/>
              <a:gd name="connsiteX11" fmla="*/ 0 w 11887200"/>
              <a:gd name="connsiteY11" fmla="*/ 342316 h 4188118"/>
              <a:gd name="connsiteX12" fmla="*/ 278864 w 11887200"/>
              <a:gd name="connsiteY12" fmla="*/ 505 h 4188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887200" h="4188118">
                <a:moveTo>
                  <a:pt x="283883" y="0"/>
                </a:moveTo>
                <a:lnTo>
                  <a:pt x="11603325" y="0"/>
                </a:lnTo>
                <a:lnTo>
                  <a:pt x="11608344" y="505"/>
                </a:lnTo>
                <a:cubicBezTo>
                  <a:pt x="11767505" y="33039"/>
                  <a:pt x="11887200" y="173710"/>
                  <a:pt x="11887200" y="342315"/>
                </a:cubicBezTo>
                <a:lnTo>
                  <a:pt x="11887200" y="3839220"/>
                </a:lnTo>
                <a:cubicBezTo>
                  <a:pt x="11887200" y="4031913"/>
                  <a:pt x="11730863" y="4188118"/>
                  <a:pt x="11537950" y="4188118"/>
                </a:cubicBezTo>
                <a:lnTo>
                  <a:pt x="3733800" y="4188118"/>
                </a:lnTo>
                <a:cubicBezTo>
                  <a:pt x="3584175" y="4188118"/>
                  <a:pt x="3462878" y="4066942"/>
                  <a:pt x="3462878" y="3917468"/>
                </a:cubicBezTo>
                <a:cubicBezTo>
                  <a:pt x="3462878" y="3767994"/>
                  <a:pt x="3341579" y="3646818"/>
                  <a:pt x="3191955" y="3646818"/>
                </a:cubicBezTo>
                <a:lnTo>
                  <a:pt x="349250" y="3646818"/>
                </a:lnTo>
                <a:cubicBezTo>
                  <a:pt x="156365" y="3646818"/>
                  <a:pt x="0" y="3490613"/>
                  <a:pt x="0" y="3297920"/>
                </a:cubicBezTo>
                <a:lnTo>
                  <a:pt x="0" y="342316"/>
                </a:lnTo>
                <a:cubicBezTo>
                  <a:pt x="0" y="173711"/>
                  <a:pt x="119716" y="33039"/>
                  <a:pt x="278864" y="505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46B89886-D0B7-2E42-CC85-382090FCE24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38600" y="4800601"/>
            <a:ext cx="7772400" cy="137160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D96629-7636-13CD-DDAE-3FAF9A84C04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C96C14-DFFB-28AC-C7C2-F4CA75ED220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C5987AE8-F78F-CC42-9328-6043D017DE32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267B94-172F-C06B-ACF0-7E24490AD41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2469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676C2-CD03-E417-CB93-800D63E65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3400" y="687787"/>
            <a:ext cx="3643802" cy="1479477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4F55C32B-C162-62A9-B41A-495DC7FAC90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52400" y="152909"/>
            <a:ext cx="6858000" cy="6552184"/>
          </a:xfrm>
          <a:custGeom>
            <a:avLst/>
            <a:gdLst>
              <a:gd name="connsiteX0" fmla="*/ 349250 w 6858000"/>
              <a:gd name="connsiteY0" fmla="*/ 0 h 6552184"/>
              <a:gd name="connsiteX1" fmla="*/ 6508751 w 6858000"/>
              <a:gd name="connsiteY1" fmla="*/ 0 h 6552184"/>
              <a:gd name="connsiteX2" fmla="*/ 6850907 w 6858000"/>
              <a:gd name="connsiteY2" fmla="*/ 278864 h 6552184"/>
              <a:gd name="connsiteX3" fmla="*/ 6858000 w 6858000"/>
              <a:gd name="connsiteY3" fmla="*/ 349240 h 6552184"/>
              <a:gd name="connsiteX4" fmla="*/ 6858000 w 6858000"/>
              <a:gd name="connsiteY4" fmla="*/ 6202932 h 6552184"/>
              <a:gd name="connsiteX5" fmla="*/ 6850907 w 6858000"/>
              <a:gd name="connsiteY5" fmla="*/ 6273302 h 6552184"/>
              <a:gd name="connsiteX6" fmla="*/ 6508751 w 6858000"/>
              <a:gd name="connsiteY6" fmla="*/ 6552184 h 6552184"/>
              <a:gd name="connsiteX7" fmla="*/ 3679661 w 6858000"/>
              <a:gd name="connsiteY7" fmla="*/ 6552184 h 6552184"/>
              <a:gd name="connsiteX8" fmla="*/ 3429001 w 6858000"/>
              <a:gd name="connsiteY8" fmla="*/ 6301512 h 6552184"/>
              <a:gd name="connsiteX9" fmla="*/ 3178341 w 6858000"/>
              <a:gd name="connsiteY9" fmla="*/ 6050852 h 6552184"/>
              <a:gd name="connsiteX10" fmla="*/ 349250 w 6858000"/>
              <a:gd name="connsiteY10" fmla="*/ 6050852 h 6552184"/>
              <a:gd name="connsiteX11" fmla="*/ 0 w 6858000"/>
              <a:gd name="connsiteY11" fmla="*/ 5701602 h 6552184"/>
              <a:gd name="connsiteX12" fmla="*/ 0 w 6858000"/>
              <a:gd name="connsiteY12" fmla="*/ 349249 h 6552184"/>
              <a:gd name="connsiteX13" fmla="*/ 349250 w 6858000"/>
              <a:gd name="connsiteY13" fmla="*/ 0 h 6552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858000" h="6552184">
                <a:moveTo>
                  <a:pt x="349250" y="0"/>
                </a:moveTo>
                <a:lnTo>
                  <a:pt x="6508751" y="0"/>
                </a:lnTo>
                <a:cubicBezTo>
                  <a:pt x="6677550" y="0"/>
                  <a:pt x="6818346" y="119716"/>
                  <a:pt x="6850907" y="278864"/>
                </a:cubicBezTo>
                <a:lnTo>
                  <a:pt x="6858000" y="349240"/>
                </a:lnTo>
                <a:lnTo>
                  <a:pt x="6858000" y="6202932"/>
                </a:lnTo>
                <a:lnTo>
                  <a:pt x="6850907" y="6273302"/>
                </a:lnTo>
                <a:cubicBezTo>
                  <a:pt x="6818346" y="6432441"/>
                  <a:pt x="6677550" y="6552184"/>
                  <a:pt x="6508751" y="6552184"/>
                </a:cubicBezTo>
                <a:lnTo>
                  <a:pt x="3679661" y="6552184"/>
                </a:lnTo>
                <a:cubicBezTo>
                  <a:pt x="3541224" y="6552184"/>
                  <a:pt x="3429001" y="6439916"/>
                  <a:pt x="3429001" y="6301512"/>
                </a:cubicBezTo>
                <a:cubicBezTo>
                  <a:pt x="3429001" y="6163075"/>
                  <a:pt x="3316777" y="6050852"/>
                  <a:pt x="3178341" y="6050852"/>
                </a:cubicBezTo>
                <a:lnTo>
                  <a:pt x="349250" y="6050852"/>
                </a:lnTo>
                <a:cubicBezTo>
                  <a:pt x="156365" y="6050852"/>
                  <a:pt x="0" y="5894483"/>
                  <a:pt x="0" y="5701602"/>
                </a:cubicBezTo>
                <a:lnTo>
                  <a:pt x="0" y="349249"/>
                </a:lnTo>
                <a:cubicBezTo>
                  <a:pt x="0" y="156364"/>
                  <a:pt x="156364" y="0"/>
                  <a:pt x="349250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2FA71202-73E3-EC77-A329-87C79A8076E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53524" y="2315569"/>
            <a:ext cx="3657600" cy="3399431"/>
          </a:xfrm>
        </p:spPr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1FBFF96-90E9-F38D-7DE9-B0F3618F7E2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2F86AE26-3DEB-A585-586A-3E96D1C9222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649CB69A-2A75-F048-B0D8-F5328E5C18F8}" type="datetime1">
              <a:rPr lang="en-US" smtClean="0"/>
              <a:t>6/23/2026</a:t>
            </a:fld>
            <a:endParaRPr lang="en-US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61023988-9ADD-CF63-46AD-822C53C8584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4191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B89B3-4BC0-8CBA-6C8C-DB3E149D9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87787"/>
            <a:ext cx="3657600" cy="1479477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93D7441D-47D4-6327-58AD-E2323761EF4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124" y="2315569"/>
            <a:ext cx="3657600" cy="3399431"/>
          </a:xfrm>
        </p:spPr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BB15437-61C3-B4EF-E477-7EC4FFB3A23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67745" y="153416"/>
            <a:ext cx="6858000" cy="6552184"/>
          </a:xfrm>
          <a:custGeom>
            <a:avLst/>
            <a:gdLst>
              <a:gd name="connsiteX0" fmla="*/ 349250 w 6858000"/>
              <a:gd name="connsiteY0" fmla="*/ 0 h 6552184"/>
              <a:gd name="connsiteX1" fmla="*/ 6508751 w 6858000"/>
              <a:gd name="connsiteY1" fmla="*/ 0 h 6552184"/>
              <a:gd name="connsiteX2" fmla="*/ 6850905 w 6858000"/>
              <a:gd name="connsiteY2" fmla="*/ 278863 h 6552184"/>
              <a:gd name="connsiteX3" fmla="*/ 6858000 w 6858000"/>
              <a:gd name="connsiteY3" fmla="*/ 349239 h 6552184"/>
              <a:gd name="connsiteX4" fmla="*/ 6858000 w 6858000"/>
              <a:gd name="connsiteY4" fmla="*/ 5701612 h 6552184"/>
              <a:gd name="connsiteX5" fmla="*/ 6850905 w 6858000"/>
              <a:gd name="connsiteY5" fmla="*/ 5771987 h 6552184"/>
              <a:gd name="connsiteX6" fmla="*/ 6508751 w 6858000"/>
              <a:gd name="connsiteY6" fmla="*/ 6050852 h 6552184"/>
              <a:gd name="connsiteX7" fmla="*/ 3679660 w 6858000"/>
              <a:gd name="connsiteY7" fmla="*/ 6050852 h 6552184"/>
              <a:gd name="connsiteX8" fmla="*/ 3429000 w 6858000"/>
              <a:gd name="connsiteY8" fmla="*/ 6301512 h 6552184"/>
              <a:gd name="connsiteX9" fmla="*/ 3178340 w 6858000"/>
              <a:gd name="connsiteY9" fmla="*/ 6552184 h 6552184"/>
              <a:gd name="connsiteX10" fmla="*/ 349250 w 6858000"/>
              <a:gd name="connsiteY10" fmla="*/ 6552184 h 6552184"/>
              <a:gd name="connsiteX11" fmla="*/ 0 w 6858000"/>
              <a:gd name="connsiteY11" fmla="*/ 6202922 h 6552184"/>
              <a:gd name="connsiteX12" fmla="*/ 0 w 6858000"/>
              <a:gd name="connsiteY12" fmla="*/ 349250 h 6552184"/>
              <a:gd name="connsiteX13" fmla="*/ 349250 w 6858000"/>
              <a:gd name="connsiteY13" fmla="*/ 0 h 6552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858000" h="6552184">
                <a:moveTo>
                  <a:pt x="349250" y="0"/>
                </a:moveTo>
                <a:lnTo>
                  <a:pt x="6508751" y="0"/>
                </a:lnTo>
                <a:cubicBezTo>
                  <a:pt x="6677526" y="0"/>
                  <a:pt x="6818339" y="119716"/>
                  <a:pt x="6850905" y="278863"/>
                </a:cubicBezTo>
                <a:lnTo>
                  <a:pt x="6858000" y="349239"/>
                </a:lnTo>
                <a:lnTo>
                  <a:pt x="6858000" y="5701612"/>
                </a:lnTo>
                <a:lnTo>
                  <a:pt x="6850905" y="5771987"/>
                </a:lnTo>
                <a:cubicBezTo>
                  <a:pt x="6818339" y="5931132"/>
                  <a:pt x="6677525" y="6050852"/>
                  <a:pt x="6508751" y="6050852"/>
                </a:cubicBezTo>
                <a:lnTo>
                  <a:pt x="3679660" y="6050852"/>
                </a:lnTo>
                <a:cubicBezTo>
                  <a:pt x="3541224" y="6050852"/>
                  <a:pt x="3429000" y="6163075"/>
                  <a:pt x="3429000" y="6301512"/>
                </a:cubicBezTo>
                <a:cubicBezTo>
                  <a:pt x="3429000" y="6439916"/>
                  <a:pt x="3316777" y="6552184"/>
                  <a:pt x="3178340" y="6552184"/>
                </a:cubicBezTo>
                <a:lnTo>
                  <a:pt x="349250" y="6552184"/>
                </a:lnTo>
                <a:cubicBezTo>
                  <a:pt x="156337" y="6552184"/>
                  <a:pt x="0" y="6395784"/>
                  <a:pt x="0" y="6202922"/>
                </a:cubicBezTo>
                <a:lnTo>
                  <a:pt x="0" y="349250"/>
                </a:lnTo>
                <a:cubicBezTo>
                  <a:pt x="0" y="156364"/>
                  <a:pt x="156337" y="0"/>
                  <a:pt x="349250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FE5C307-6369-CF58-0A50-89212DFBD1C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7EC422F6-7257-B0F1-4018-B56FEDC412E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CB04B35F-5075-784C-9FF4-85B4381265F5}" type="datetime1">
              <a:rPr lang="en-US" smtClean="0"/>
              <a:t>6/23/2026</a:t>
            </a:fld>
            <a:endParaRPr lang="en-US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E28D06D-C260-17A4-72EE-F62EE249E4C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2785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B270E86-172E-E52F-5FA2-F43C6B876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0" y="685799"/>
            <a:ext cx="4572000" cy="114266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A09759E0-34BA-620A-7C02-5DD57D991C1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52400" y="153417"/>
            <a:ext cx="5943599" cy="6552184"/>
          </a:xfrm>
          <a:custGeom>
            <a:avLst/>
            <a:gdLst>
              <a:gd name="connsiteX0" fmla="*/ 349249 w 5943599"/>
              <a:gd name="connsiteY0" fmla="*/ 0 h 6552184"/>
              <a:gd name="connsiteX1" fmla="*/ 5594350 w 5943599"/>
              <a:gd name="connsiteY1" fmla="*/ 0 h 6552184"/>
              <a:gd name="connsiteX2" fmla="*/ 5936505 w 5943599"/>
              <a:gd name="connsiteY2" fmla="*/ 278864 h 6552184"/>
              <a:gd name="connsiteX3" fmla="*/ 5943599 w 5943599"/>
              <a:gd name="connsiteY3" fmla="*/ 349240 h 6552184"/>
              <a:gd name="connsiteX4" fmla="*/ 5943599 w 5943599"/>
              <a:gd name="connsiteY4" fmla="*/ 6202933 h 6552184"/>
              <a:gd name="connsiteX5" fmla="*/ 5936505 w 5943599"/>
              <a:gd name="connsiteY5" fmla="*/ 6273302 h 6552184"/>
              <a:gd name="connsiteX6" fmla="*/ 5594350 w 5943599"/>
              <a:gd name="connsiteY6" fmla="*/ 6552184 h 6552184"/>
              <a:gd name="connsiteX7" fmla="*/ 3222460 w 5943599"/>
              <a:gd name="connsiteY7" fmla="*/ 6552184 h 6552184"/>
              <a:gd name="connsiteX8" fmla="*/ 2971800 w 5943599"/>
              <a:gd name="connsiteY8" fmla="*/ 6301512 h 6552184"/>
              <a:gd name="connsiteX9" fmla="*/ 2721140 w 5943599"/>
              <a:gd name="connsiteY9" fmla="*/ 6050852 h 6552184"/>
              <a:gd name="connsiteX10" fmla="*/ 349249 w 5943599"/>
              <a:gd name="connsiteY10" fmla="*/ 6050852 h 6552184"/>
              <a:gd name="connsiteX11" fmla="*/ 7095 w 5943599"/>
              <a:gd name="connsiteY11" fmla="*/ 5771987 h 6552184"/>
              <a:gd name="connsiteX12" fmla="*/ 0 w 5943599"/>
              <a:gd name="connsiteY12" fmla="*/ 5701612 h 6552184"/>
              <a:gd name="connsiteX13" fmla="*/ 0 w 5943599"/>
              <a:gd name="connsiteY13" fmla="*/ 349239 h 6552184"/>
              <a:gd name="connsiteX14" fmla="*/ 7095 w 5943599"/>
              <a:gd name="connsiteY14" fmla="*/ 278863 h 6552184"/>
              <a:gd name="connsiteX15" fmla="*/ 349249 w 5943599"/>
              <a:gd name="connsiteY15" fmla="*/ 0 h 6552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943599" h="6552184">
                <a:moveTo>
                  <a:pt x="349249" y="0"/>
                </a:moveTo>
                <a:lnTo>
                  <a:pt x="5594350" y="0"/>
                </a:lnTo>
                <a:cubicBezTo>
                  <a:pt x="5763127" y="0"/>
                  <a:pt x="5903939" y="119716"/>
                  <a:pt x="5936505" y="278864"/>
                </a:cubicBezTo>
                <a:lnTo>
                  <a:pt x="5943599" y="349240"/>
                </a:lnTo>
                <a:lnTo>
                  <a:pt x="5943599" y="6202933"/>
                </a:lnTo>
                <a:lnTo>
                  <a:pt x="5936505" y="6273302"/>
                </a:lnTo>
                <a:cubicBezTo>
                  <a:pt x="5903939" y="6432441"/>
                  <a:pt x="5763127" y="6552184"/>
                  <a:pt x="5594350" y="6552184"/>
                </a:cubicBezTo>
                <a:lnTo>
                  <a:pt x="3222460" y="6552184"/>
                </a:lnTo>
                <a:cubicBezTo>
                  <a:pt x="3084023" y="6552184"/>
                  <a:pt x="2971800" y="6439916"/>
                  <a:pt x="2971800" y="6301512"/>
                </a:cubicBezTo>
                <a:cubicBezTo>
                  <a:pt x="2971800" y="6163075"/>
                  <a:pt x="2859576" y="6050852"/>
                  <a:pt x="2721140" y="6050852"/>
                </a:cubicBezTo>
                <a:lnTo>
                  <a:pt x="349249" y="6050852"/>
                </a:lnTo>
                <a:cubicBezTo>
                  <a:pt x="180474" y="6050852"/>
                  <a:pt x="39661" y="5931132"/>
                  <a:pt x="7095" y="5771987"/>
                </a:cubicBezTo>
                <a:lnTo>
                  <a:pt x="0" y="5701612"/>
                </a:lnTo>
                <a:lnTo>
                  <a:pt x="0" y="349239"/>
                </a:lnTo>
                <a:lnTo>
                  <a:pt x="7095" y="278863"/>
                </a:lnTo>
                <a:cubicBezTo>
                  <a:pt x="39661" y="119716"/>
                  <a:pt x="180474" y="0"/>
                  <a:pt x="349249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63B76838-CF87-13E2-3FB4-2C33A18A42E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39000" y="1975104"/>
            <a:ext cx="4572000" cy="4197097"/>
          </a:xfrm>
        </p:spPr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8ADBC95E-510D-3B2D-86CA-02B88C4B2F6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52400" y="6347057"/>
            <a:ext cx="22860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4" name="Date Placeholder 23">
            <a:extLst>
              <a:ext uri="{FF2B5EF4-FFF2-40B4-BE49-F238E27FC236}">
                <a16:creationId xmlns:a16="http://schemas.microsoft.com/office/drawing/2014/main" id="{17BCEDA5-95B9-E7B2-CAB5-29E3BD27208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90E99A5-9B5B-654B-AFAE-033D0C138539}" type="datetime1">
              <a:rPr lang="en-US" smtClean="0"/>
              <a:t>6/23/2026</a:t>
            </a:fld>
            <a:endParaRPr lang="en-US"/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B0979856-E127-0071-5A89-58D930F576D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7345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D773997-CD4B-E689-3BAF-0C9897FE8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85799"/>
            <a:ext cx="4572000" cy="114266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24EBD2AD-58AA-F811-7CF8-B1ED4589134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" y="1975104"/>
            <a:ext cx="4572000" cy="4197097"/>
          </a:xfrm>
        </p:spPr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D095B35F-B5A5-E348-6D44-317477DFD7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1" y="153417"/>
            <a:ext cx="5943599" cy="6552184"/>
          </a:xfrm>
          <a:custGeom>
            <a:avLst/>
            <a:gdLst>
              <a:gd name="connsiteX0" fmla="*/ 349249 w 5943599"/>
              <a:gd name="connsiteY0" fmla="*/ 0 h 6552184"/>
              <a:gd name="connsiteX1" fmla="*/ 5594350 w 5943599"/>
              <a:gd name="connsiteY1" fmla="*/ 0 h 6552184"/>
              <a:gd name="connsiteX2" fmla="*/ 5936505 w 5943599"/>
              <a:gd name="connsiteY2" fmla="*/ 278863 h 6552184"/>
              <a:gd name="connsiteX3" fmla="*/ 5943599 w 5943599"/>
              <a:gd name="connsiteY3" fmla="*/ 349239 h 6552184"/>
              <a:gd name="connsiteX4" fmla="*/ 5943599 w 5943599"/>
              <a:gd name="connsiteY4" fmla="*/ 5701613 h 6552184"/>
              <a:gd name="connsiteX5" fmla="*/ 5936505 w 5943599"/>
              <a:gd name="connsiteY5" fmla="*/ 5771987 h 6552184"/>
              <a:gd name="connsiteX6" fmla="*/ 5594350 w 5943599"/>
              <a:gd name="connsiteY6" fmla="*/ 6050852 h 6552184"/>
              <a:gd name="connsiteX7" fmla="*/ 3222459 w 5943599"/>
              <a:gd name="connsiteY7" fmla="*/ 6050852 h 6552184"/>
              <a:gd name="connsiteX8" fmla="*/ 2971799 w 5943599"/>
              <a:gd name="connsiteY8" fmla="*/ 6301512 h 6552184"/>
              <a:gd name="connsiteX9" fmla="*/ 2721139 w 5943599"/>
              <a:gd name="connsiteY9" fmla="*/ 6552184 h 6552184"/>
              <a:gd name="connsiteX10" fmla="*/ 349249 w 5943599"/>
              <a:gd name="connsiteY10" fmla="*/ 6552184 h 6552184"/>
              <a:gd name="connsiteX11" fmla="*/ 7095 w 5943599"/>
              <a:gd name="connsiteY11" fmla="*/ 6273302 h 6552184"/>
              <a:gd name="connsiteX12" fmla="*/ 0 w 5943599"/>
              <a:gd name="connsiteY12" fmla="*/ 6202932 h 6552184"/>
              <a:gd name="connsiteX13" fmla="*/ 0 w 5943599"/>
              <a:gd name="connsiteY13" fmla="*/ 349240 h 6552184"/>
              <a:gd name="connsiteX14" fmla="*/ 7095 w 5943599"/>
              <a:gd name="connsiteY14" fmla="*/ 278864 h 6552184"/>
              <a:gd name="connsiteX15" fmla="*/ 349249 w 5943599"/>
              <a:gd name="connsiteY15" fmla="*/ 0 h 6552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943599" h="6552184">
                <a:moveTo>
                  <a:pt x="349249" y="0"/>
                </a:moveTo>
                <a:lnTo>
                  <a:pt x="5594350" y="0"/>
                </a:lnTo>
                <a:cubicBezTo>
                  <a:pt x="5763125" y="0"/>
                  <a:pt x="5903938" y="119716"/>
                  <a:pt x="5936505" y="278863"/>
                </a:cubicBezTo>
                <a:lnTo>
                  <a:pt x="5943599" y="349239"/>
                </a:lnTo>
                <a:lnTo>
                  <a:pt x="5943599" y="5701613"/>
                </a:lnTo>
                <a:lnTo>
                  <a:pt x="5936505" y="5771987"/>
                </a:lnTo>
                <a:cubicBezTo>
                  <a:pt x="5903938" y="5931132"/>
                  <a:pt x="5763125" y="6050852"/>
                  <a:pt x="5594350" y="6050852"/>
                </a:cubicBezTo>
                <a:lnTo>
                  <a:pt x="3222459" y="6050852"/>
                </a:lnTo>
                <a:cubicBezTo>
                  <a:pt x="3084023" y="6050852"/>
                  <a:pt x="2971799" y="6163075"/>
                  <a:pt x="2971799" y="6301512"/>
                </a:cubicBezTo>
                <a:cubicBezTo>
                  <a:pt x="2971799" y="6439916"/>
                  <a:pt x="2859576" y="6552184"/>
                  <a:pt x="2721139" y="6552184"/>
                </a:cubicBezTo>
                <a:lnTo>
                  <a:pt x="349249" y="6552184"/>
                </a:lnTo>
                <a:cubicBezTo>
                  <a:pt x="180472" y="6552184"/>
                  <a:pt x="39661" y="6432441"/>
                  <a:pt x="7095" y="6273302"/>
                </a:cubicBezTo>
                <a:lnTo>
                  <a:pt x="0" y="6202932"/>
                </a:lnTo>
                <a:lnTo>
                  <a:pt x="0" y="349240"/>
                </a:lnTo>
                <a:lnTo>
                  <a:pt x="7095" y="278864"/>
                </a:lnTo>
                <a:cubicBezTo>
                  <a:pt x="39661" y="119716"/>
                  <a:pt x="180472" y="0"/>
                  <a:pt x="349249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85197084-03D2-BA85-1A71-C94937FB0C7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DD74A05-12EB-2CFB-1BE4-790E0060392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018FC212-A04D-EC40-A3FF-C37DE82847B2}" type="datetime1">
              <a:rPr lang="en-US" smtClean="0"/>
              <a:t>6/23/2026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D1CC9AC-FA0F-A8C9-DB39-662464481C7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44004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E9561B74-B661-DA6C-F6CF-F6ACE6005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5531"/>
            <a:ext cx="2971800" cy="1826669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DBA1807-8655-C7D6-98CF-2A2A8943833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52401" y="152400"/>
            <a:ext cx="11887199" cy="3657600"/>
          </a:xfrm>
          <a:custGeom>
            <a:avLst/>
            <a:gdLst>
              <a:gd name="connsiteX0" fmla="*/ 349250 w 11887199"/>
              <a:gd name="connsiteY0" fmla="*/ 0 h 3657600"/>
              <a:gd name="connsiteX1" fmla="*/ 5672932 w 11887199"/>
              <a:gd name="connsiteY1" fmla="*/ 0 h 3657600"/>
              <a:gd name="connsiteX2" fmla="*/ 5943600 w 11887199"/>
              <a:gd name="connsiteY2" fmla="*/ 270704 h 3657600"/>
              <a:gd name="connsiteX3" fmla="*/ 6214268 w 11887199"/>
              <a:gd name="connsiteY3" fmla="*/ 541408 h 3657600"/>
              <a:gd name="connsiteX4" fmla="*/ 11537949 w 11887199"/>
              <a:gd name="connsiteY4" fmla="*/ 541408 h 3657600"/>
              <a:gd name="connsiteX5" fmla="*/ 11887199 w 11887199"/>
              <a:gd name="connsiteY5" fmla="*/ 890707 h 3657600"/>
              <a:gd name="connsiteX6" fmla="*/ 11887199 w 11887199"/>
              <a:gd name="connsiteY6" fmla="*/ 3308302 h 3657600"/>
              <a:gd name="connsiteX7" fmla="*/ 11608343 w 11887199"/>
              <a:gd name="connsiteY7" fmla="*/ 3650505 h 3657600"/>
              <a:gd name="connsiteX8" fmla="*/ 11537959 w 11887199"/>
              <a:gd name="connsiteY8" fmla="*/ 3657600 h 3657600"/>
              <a:gd name="connsiteX9" fmla="*/ 349240 w 11887199"/>
              <a:gd name="connsiteY9" fmla="*/ 3657600 h 3657600"/>
              <a:gd name="connsiteX10" fmla="*/ 278864 w 11887199"/>
              <a:gd name="connsiteY10" fmla="*/ 3650505 h 3657600"/>
              <a:gd name="connsiteX11" fmla="*/ 0 w 11887199"/>
              <a:gd name="connsiteY11" fmla="*/ 3308302 h 3657600"/>
              <a:gd name="connsiteX12" fmla="*/ 0 w 11887199"/>
              <a:gd name="connsiteY12" fmla="*/ 349300 h 3657600"/>
              <a:gd name="connsiteX13" fmla="*/ 349250 w 11887199"/>
              <a:gd name="connsiteY13" fmla="*/ 0 h 365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887199" h="3657600">
                <a:moveTo>
                  <a:pt x="349250" y="0"/>
                </a:moveTo>
                <a:lnTo>
                  <a:pt x="5672932" y="0"/>
                </a:lnTo>
                <a:cubicBezTo>
                  <a:pt x="5822416" y="0"/>
                  <a:pt x="5943600" y="121198"/>
                  <a:pt x="5943600" y="270704"/>
                </a:cubicBezTo>
                <a:cubicBezTo>
                  <a:pt x="5943600" y="420210"/>
                  <a:pt x="6064783" y="541408"/>
                  <a:pt x="6214268" y="541408"/>
                </a:cubicBezTo>
                <a:lnTo>
                  <a:pt x="11537949" y="541408"/>
                </a:lnTo>
                <a:cubicBezTo>
                  <a:pt x="11730862" y="541408"/>
                  <a:pt x="11887199" y="697793"/>
                  <a:pt x="11887199" y="890707"/>
                </a:cubicBezTo>
                <a:lnTo>
                  <a:pt x="11887199" y="3308302"/>
                </a:lnTo>
                <a:cubicBezTo>
                  <a:pt x="11887199" y="3477103"/>
                  <a:pt x="11767503" y="3617934"/>
                  <a:pt x="11608343" y="3650505"/>
                </a:cubicBezTo>
                <a:lnTo>
                  <a:pt x="11537959" y="3657600"/>
                </a:lnTo>
                <a:lnTo>
                  <a:pt x="349240" y="3657600"/>
                </a:lnTo>
                <a:lnTo>
                  <a:pt x="278864" y="3650505"/>
                </a:lnTo>
                <a:cubicBezTo>
                  <a:pt x="119716" y="3617934"/>
                  <a:pt x="0" y="3477103"/>
                  <a:pt x="0" y="3308302"/>
                </a:cubicBezTo>
                <a:lnTo>
                  <a:pt x="0" y="349300"/>
                </a:lnTo>
                <a:cubicBezTo>
                  <a:pt x="0" y="156387"/>
                  <a:pt x="156364" y="0"/>
                  <a:pt x="349250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C25ADA-14EB-6461-E2F0-23804E9719D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82939" y="4345530"/>
            <a:ext cx="7728061" cy="1826671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b="0" dirty="0"/>
            </a:lvl1pPr>
            <a:lvl2pPr marL="228600" indent="0">
              <a:buNone/>
              <a:defRPr lang="en-US" b="0" dirty="0"/>
            </a:lvl2pPr>
            <a:lvl3pPr marL="457200" indent="0">
              <a:buNone/>
              <a:defRPr lang="en-US" b="0" dirty="0"/>
            </a:lvl3pPr>
            <a:lvl4pPr marL="685800" indent="0">
              <a:buNone/>
              <a:defRPr lang="en-US" b="0" dirty="0"/>
            </a:lvl4pPr>
            <a:lvl5pPr marL="914400" indent="0">
              <a:buNone/>
              <a:defRPr lang="en-US" b="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D1447E62-D723-1AD3-FCE7-8C1C684F1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80176" y="152400"/>
            <a:ext cx="32004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5E8C42D-01F2-2431-12B7-49150F0EB1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1099" y="152400"/>
            <a:ext cx="180017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E0F28E2-1197-1343-806E-BC1F6DA16A33}" type="datetime1">
              <a:rPr lang="en-US" smtClean="0"/>
              <a:t>6/23/2026</a:t>
            </a:fld>
            <a:endParaRPr lang="en-US"/>
          </a:p>
        </p:txBody>
      </p:sp>
      <p:sp>
        <p:nvSpPr>
          <p:cNvPr id="9" name="Slide Number Placeholder 11">
            <a:extLst>
              <a:ext uri="{FF2B5EF4-FFF2-40B4-BE49-F238E27FC236}">
                <a16:creationId xmlns:a16="http://schemas.microsoft.com/office/drawing/2014/main" id="{2640E1DF-A13A-6148-B46F-FE494C764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1793" y="152400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5680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D47B94B1-4C38-393F-A72D-C7C641B0A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85800"/>
            <a:ext cx="2971800" cy="1826669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545D6F5E-CDF1-973E-993B-489A3F29246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82939" y="685799"/>
            <a:ext cx="7728061" cy="1826671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b="0" dirty="0"/>
            </a:lvl1pPr>
            <a:lvl2pPr marL="228600" indent="0">
              <a:buNone/>
              <a:defRPr lang="en-US" b="0" dirty="0"/>
            </a:lvl2pPr>
            <a:lvl3pPr marL="457200" indent="0">
              <a:buNone/>
              <a:defRPr lang="en-US" b="0" dirty="0"/>
            </a:lvl3pPr>
            <a:lvl4pPr marL="685800" indent="0">
              <a:buNone/>
              <a:defRPr lang="en-US" b="0" dirty="0"/>
            </a:lvl4pPr>
            <a:lvl5pPr marL="914400" indent="0">
              <a:buNone/>
              <a:defRPr lang="en-US" b="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B02DF14-5E7A-A865-A415-188A8F69716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52401" y="3054854"/>
            <a:ext cx="11887199" cy="3657600"/>
          </a:xfrm>
          <a:custGeom>
            <a:avLst/>
            <a:gdLst>
              <a:gd name="connsiteX0" fmla="*/ 349240 w 11887199"/>
              <a:gd name="connsiteY0" fmla="*/ 0 h 3657600"/>
              <a:gd name="connsiteX1" fmla="*/ 11537959 w 11887199"/>
              <a:gd name="connsiteY1" fmla="*/ 0 h 3657600"/>
              <a:gd name="connsiteX2" fmla="*/ 11608343 w 11887199"/>
              <a:gd name="connsiteY2" fmla="*/ 7096 h 3657600"/>
              <a:gd name="connsiteX3" fmla="*/ 11887199 w 11887199"/>
              <a:gd name="connsiteY3" fmla="*/ 349299 h 3657600"/>
              <a:gd name="connsiteX4" fmla="*/ 11887199 w 11887199"/>
              <a:gd name="connsiteY4" fmla="*/ 2766893 h 3657600"/>
              <a:gd name="connsiteX5" fmla="*/ 11537949 w 11887199"/>
              <a:gd name="connsiteY5" fmla="*/ 3116193 h 3657600"/>
              <a:gd name="connsiteX6" fmla="*/ 6214268 w 11887199"/>
              <a:gd name="connsiteY6" fmla="*/ 3116193 h 3657600"/>
              <a:gd name="connsiteX7" fmla="*/ 5943600 w 11887199"/>
              <a:gd name="connsiteY7" fmla="*/ 3386896 h 3657600"/>
              <a:gd name="connsiteX8" fmla="*/ 5672932 w 11887199"/>
              <a:gd name="connsiteY8" fmla="*/ 3657600 h 3657600"/>
              <a:gd name="connsiteX9" fmla="*/ 349250 w 11887199"/>
              <a:gd name="connsiteY9" fmla="*/ 3657600 h 3657600"/>
              <a:gd name="connsiteX10" fmla="*/ 0 w 11887199"/>
              <a:gd name="connsiteY10" fmla="*/ 3308301 h 3657600"/>
              <a:gd name="connsiteX11" fmla="*/ 0 w 11887199"/>
              <a:gd name="connsiteY11" fmla="*/ 349299 h 3657600"/>
              <a:gd name="connsiteX12" fmla="*/ 278864 w 11887199"/>
              <a:gd name="connsiteY12" fmla="*/ 7096 h 365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887199" h="3657600">
                <a:moveTo>
                  <a:pt x="349240" y="0"/>
                </a:moveTo>
                <a:lnTo>
                  <a:pt x="11537959" y="0"/>
                </a:lnTo>
                <a:lnTo>
                  <a:pt x="11608343" y="7096"/>
                </a:lnTo>
                <a:cubicBezTo>
                  <a:pt x="11767503" y="39666"/>
                  <a:pt x="11887199" y="180498"/>
                  <a:pt x="11887199" y="349299"/>
                </a:cubicBezTo>
                <a:lnTo>
                  <a:pt x="11887199" y="2766893"/>
                </a:lnTo>
                <a:cubicBezTo>
                  <a:pt x="11887199" y="2959808"/>
                  <a:pt x="11730862" y="3116193"/>
                  <a:pt x="11537949" y="3116193"/>
                </a:cubicBezTo>
                <a:lnTo>
                  <a:pt x="6214268" y="3116193"/>
                </a:lnTo>
                <a:cubicBezTo>
                  <a:pt x="6064783" y="3116193"/>
                  <a:pt x="5943600" y="3237391"/>
                  <a:pt x="5943600" y="3386896"/>
                </a:cubicBezTo>
                <a:cubicBezTo>
                  <a:pt x="5943600" y="3536402"/>
                  <a:pt x="5822416" y="3657600"/>
                  <a:pt x="5672932" y="3657600"/>
                </a:cubicBezTo>
                <a:lnTo>
                  <a:pt x="349250" y="3657600"/>
                </a:lnTo>
                <a:cubicBezTo>
                  <a:pt x="156364" y="3657600"/>
                  <a:pt x="0" y="3501213"/>
                  <a:pt x="0" y="3308301"/>
                </a:cubicBezTo>
                <a:lnTo>
                  <a:pt x="0" y="349299"/>
                </a:lnTo>
                <a:cubicBezTo>
                  <a:pt x="0" y="180498"/>
                  <a:pt x="119716" y="39666"/>
                  <a:pt x="278864" y="7096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5B89C830-D686-4689-2593-4D5E5A4B0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80176" y="6340475"/>
            <a:ext cx="32004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Date Placeholder 5">
            <a:extLst>
              <a:ext uri="{FF2B5EF4-FFF2-40B4-BE49-F238E27FC236}">
                <a16:creationId xmlns:a16="http://schemas.microsoft.com/office/drawing/2014/main" id="{883CE0EE-3E85-AAD1-D853-82A253F49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1099" y="6340475"/>
            <a:ext cx="180017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E0F28E2-1197-1343-806E-BC1F6DA16A33}" type="datetime1">
              <a:rPr lang="en-US" smtClean="0"/>
              <a:t>6/23/2026</a:t>
            </a:fld>
            <a:endParaRPr lang="en-US"/>
          </a:p>
        </p:txBody>
      </p:sp>
      <p:sp>
        <p:nvSpPr>
          <p:cNvPr id="8" name="Slide Number Placeholder 11">
            <a:extLst>
              <a:ext uri="{FF2B5EF4-FFF2-40B4-BE49-F238E27FC236}">
                <a16:creationId xmlns:a16="http://schemas.microsoft.com/office/drawing/2014/main" id="{D8AE04DF-032A-5A39-9A01-03B5A0337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1793" y="6340475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92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3B9DEC9-1D26-F04D-4F91-7BE751BC6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3247" y="685800"/>
            <a:ext cx="6397627" cy="1142663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28F18B1-D300-366A-498B-4EC8E39E104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52400" y="158229"/>
            <a:ext cx="4114800" cy="6541541"/>
          </a:xfrm>
          <a:custGeom>
            <a:avLst/>
            <a:gdLst>
              <a:gd name="connsiteX0" fmla="*/ 2057660 w 4114800"/>
              <a:gd name="connsiteY0" fmla="*/ 0 h 6541541"/>
              <a:gd name="connsiteX1" fmla="*/ 3765550 w 4114800"/>
              <a:gd name="connsiteY1" fmla="*/ 0 h 6541541"/>
              <a:gd name="connsiteX2" fmla="*/ 4114800 w 4114800"/>
              <a:gd name="connsiteY2" fmla="*/ 348912 h 6541541"/>
              <a:gd name="connsiteX3" fmla="*/ 4114800 w 4114800"/>
              <a:gd name="connsiteY3" fmla="*/ 6196917 h 6541541"/>
              <a:gd name="connsiteX4" fmla="*/ 3835937 w 4114800"/>
              <a:gd name="connsiteY4" fmla="*/ 6538758 h 6541541"/>
              <a:gd name="connsiteX5" fmla="*/ 3808308 w 4114800"/>
              <a:gd name="connsiteY5" fmla="*/ 6541541 h 6541541"/>
              <a:gd name="connsiteX6" fmla="*/ 2286457 w 4114800"/>
              <a:gd name="connsiteY6" fmla="*/ 6541541 h 6541541"/>
              <a:gd name="connsiteX7" fmla="*/ 2210336 w 4114800"/>
              <a:gd name="connsiteY7" fmla="*/ 6526184 h 6541541"/>
              <a:gd name="connsiteX8" fmla="*/ 2057400 w 4114800"/>
              <a:gd name="connsiteY8" fmla="*/ 6295666 h 6541541"/>
              <a:gd name="connsiteX9" fmla="*/ 1806994 w 4114800"/>
              <a:gd name="connsiteY9" fmla="*/ 6045508 h 6541541"/>
              <a:gd name="connsiteX10" fmla="*/ 349250 w 4114800"/>
              <a:gd name="connsiteY10" fmla="*/ 6045508 h 6541541"/>
              <a:gd name="connsiteX11" fmla="*/ 0 w 4114800"/>
              <a:gd name="connsiteY11" fmla="*/ 5696597 h 6541541"/>
              <a:gd name="connsiteX12" fmla="*/ 0 w 4114800"/>
              <a:gd name="connsiteY12" fmla="*/ 349425 h 6541541"/>
              <a:gd name="connsiteX13" fmla="*/ 349250 w 4114800"/>
              <a:gd name="connsiteY13" fmla="*/ 514 h 6541541"/>
              <a:gd name="connsiteX14" fmla="*/ 2057140 w 4114800"/>
              <a:gd name="connsiteY14" fmla="*/ 514 h 6541541"/>
              <a:gd name="connsiteX15" fmla="*/ 2057400 w 4114800"/>
              <a:gd name="connsiteY15" fmla="*/ 257 h 6541541"/>
              <a:gd name="connsiteX16" fmla="*/ 2057660 w 4114800"/>
              <a:gd name="connsiteY16" fmla="*/ 0 h 6541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114800" h="6541541">
                <a:moveTo>
                  <a:pt x="2057660" y="0"/>
                </a:moveTo>
                <a:lnTo>
                  <a:pt x="3765550" y="0"/>
                </a:lnTo>
                <a:cubicBezTo>
                  <a:pt x="3958438" y="0"/>
                  <a:pt x="4114800" y="156213"/>
                  <a:pt x="4114800" y="348912"/>
                </a:cubicBezTo>
                <a:lnTo>
                  <a:pt x="4114800" y="6196917"/>
                </a:lnTo>
                <a:cubicBezTo>
                  <a:pt x="4114800" y="6365514"/>
                  <a:pt x="3995085" y="6506217"/>
                  <a:pt x="3835937" y="6538758"/>
                </a:cubicBezTo>
                <a:lnTo>
                  <a:pt x="3808308" y="6541541"/>
                </a:lnTo>
                <a:lnTo>
                  <a:pt x="2286457" y="6541541"/>
                </a:lnTo>
                <a:lnTo>
                  <a:pt x="2210336" y="6526184"/>
                </a:lnTo>
                <a:cubicBezTo>
                  <a:pt x="2120461" y="6488200"/>
                  <a:pt x="2057400" y="6399278"/>
                  <a:pt x="2057400" y="6295666"/>
                </a:cubicBezTo>
                <a:cubicBezTo>
                  <a:pt x="2057400" y="6157509"/>
                  <a:pt x="1945291" y="6045508"/>
                  <a:pt x="1806994" y="6045508"/>
                </a:cubicBezTo>
                <a:lnTo>
                  <a:pt x="349250" y="6045508"/>
                </a:lnTo>
                <a:cubicBezTo>
                  <a:pt x="156364" y="6045508"/>
                  <a:pt x="0" y="5889291"/>
                  <a:pt x="0" y="5696597"/>
                </a:cubicBezTo>
                <a:lnTo>
                  <a:pt x="0" y="349425"/>
                </a:lnTo>
                <a:cubicBezTo>
                  <a:pt x="0" y="156727"/>
                  <a:pt x="156364" y="514"/>
                  <a:pt x="349250" y="514"/>
                </a:cubicBezTo>
                <a:lnTo>
                  <a:pt x="2057140" y="514"/>
                </a:lnTo>
                <a:cubicBezTo>
                  <a:pt x="2057286" y="514"/>
                  <a:pt x="2057400" y="399"/>
                  <a:pt x="2057400" y="257"/>
                </a:cubicBezTo>
                <a:cubicBezTo>
                  <a:pt x="2057400" y="115"/>
                  <a:pt x="2057514" y="0"/>
                  <a:pt x="2057660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7D22B98A-40DC-D510-5762-8D7E05344EF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13248" y="1975104"/>
            <a:ext cx="6397752" cy="4197095"/>
          </a:xfrm>
        </p:spPr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A609F3E3-1112-85CA-D49A-1AFA4D2EE9A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52400" y="6347057"/>
            <a:ext cx="1828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C59FF3C9-456C-3AAB-471D-B5041A7C8F5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C3C2431-2FCD-D448-9C7B-DAD39E7098D4}" type="datetime1">
              <a:rPr lang="en-US" smtClean="0"/>
              <a:t>6/23/2026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FAE64D4-18BA-2404-B462-D1802671329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30340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5D6DDB8-5811-6664-8989-B01BF0EE5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85800"/>
            <a:ext cx="6397627" cy="1142663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C7F23778-AA2D-3DAA-BAE5-8115D1C1448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1" y="1975104"/>
            <a:ext cx="6397752" cy="4197095"/>
          </a:xfrm>
        </p:spPr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CC844A9-5FCD-4F36-D819-777BAF06E7C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906061" y="156076"/>
            <a:ext cx="4114800" cy="6545847"/>
          </a:xfrm>
          <a:custGeom>
            <a:avLst/>
            <a:gdLst>
              <a:gd name="connsiteX0" fmla="*/ 349250 w 4114800"/>
              <a:gd name="connsiteY0" fmla="*/ 0 h 6545847"/>
              <a:gd name="connsiteX1" fmla="*/ 2057140 w 4114800"/>
              <a:gd name="connsiteY1" fmla="*/ 0 h 6545847"/>
              <a:gd name="connsiteX2" fmla="*/ 2057400 w 4114800"/>
              <a:gd name="connsiteY2" fmla="*/ 257 h 6545847"/>
              <a:gd name="connsiteX3" fmla="*/ 2057660 w 4114800"/>
              <a:gd name="connsiteY3" fmla="*/ 514 h 6545847"/>
              <a:gd name="connsiteX4" fmla="*/ 3765550 w 4114800"/>
              <a:gd name="connsiteY4" fmla="*/ 514 h 6545847"/>
              <a:gd name="connsiteX5" fmla="*/ 4114800 w 4114800"/>
              <a:gd name="connsiteY5" fmla="*/ 349425 h 6545847"/>
              <a:gd name="connsiteX6" fmla="*/ 4114800 w 4114800"/>
              <a:gd name="connsiteY6" fmla="*/ 5696597 h 6545847"/>
              <a:gd name="connsiteX7" fmla="*/ 3765550 w 4114800"/>
              <a:gd name="connsiteY7" fmla="*/ 6045508 h 6545847"/>
              <a:gd name="connsiteX8" fmla="*/ 2307806 w 4114800"/>
              <a:gd name="connsiteY8" fmla="*/ 6045508 h 6545847"/>
              <a:gd name="connsiteX9" fmla="*/ 2057400 w 4114800"/>
              <a:gd name="connsiteY9" fmla="*/ 6295666 h 6545847"/>
              <a:gd name="connsiteX10" fmla="*/ 1904464 w 4114800"/>
              <a:gd name="connsiteY10" fmla="*/ 6526185 h 6545847"/>
              <a:gd name="connsiteX11" fmla="*/ 1806999 w 4114800"/>
              <a:gd name="connsiteY11" fmla="*/ 6545847 h 6545847"/>
              <a:gd name="connsiteX12" fmla="*/ 349241 w 4114800"/>
              <a:gd name="connsiteY12" fmla="*/ 6545847 h 6545847"/>
              <a:gd name="connsiteX13" fmla="*/ 278864 w 4114800"/>
              <a:gd name="connsiteY13" fmla="*/ 6538758 h 6545847"/>
              <a:gd name="connsiteX14" fmla="*/ 0 w 4114800"/>
              <a:gd name="connsiteY14" fmla="*/ 6196917 h 6545847"/>
              <a:gd name="connsiteX15" fmla="*/ 0 w 4114800"/>
              <a:gd name="connsiteY15" fmla="*/ 348912 h 6545847"/>
              <a:gd name="connsiteX16" fmla="*/ 349250 w 4114800"/>
              <a:gd name="connsiteY16" fmla="*/ 0 h 654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114800" h="6545847">
                <a:moveTo>
                  <a:pt x="349250" y="0"/>
                </a:moveTo>
                <a:lnTo>
                  <a:pt x="2057140" y="0"/>
                </a:lnTo>
                <a:cubicBezTo>
                  <a:pt x="2057286" y="0"/>
                  <a:pt x="2057400" y="115"/>
                  <a:pt x="2057400" y="257"/>
                </a:cubicBezTo>
                <a:cubicBezTo>
                  <a:pt x="2057400" y="399"/>
                  <a:pt x="2057514" y="514"/>
                  <a:pt x="2057660" y="514"/>
                </a:cubicBezTo>
                <a:lnTo>
                  <a:pt x="3765550" y="514"/>
                </a:lnTo>
                <a:cubicBezTo>
                  <a:pt x="3958436" y="514"/>
                  <a:pt x="4114800" y="156727"/>
                  <a:pt x="4114800" y="349425"/>
                </a:cubicBezTo>
                <a:lnTo>
                  <a:pt x="4114800" y="5696597"/>
                </a:lnTo>
                <a:cubicBezTo>
                  <a:pt x="4114800" y="5889291"/>
                  <a:pt x="3958436" y="6045508"/>
                  <a:pt x="3765550" y="6045508"/>
                </a:cubicBezTo>
                <a:lnTo>
                  <a:pt x="2307806" y="6045508"/>
                </a:lnTo>
                <a:cubicBezTo>
                  <a:pt x="2169509" y="6045508"/>
                  <a:pt x="2057400" y="6157509"/>
                  <a:pt x="2057400" y="6295666"/>
                </a:cubicBezTo>
                <a:cubicBezTo>
                  <a:pt x="2057400" y="6399278"/>
                  <a:pt x="1994339" y="6488199"/>
                  <a:pt x="1904464" y="6526185"/>
                </a:cubicBezTo>
                <a:lnTo>
                  <a:pt x="1806999" y="6545847"/>
                </a:lnTo>
                <a:lnTo>
                  <a:pt x="349241" y="6545847"/>
                </a:lnTo>
                <a:lnTo>
                  <a:pt x="278864" y="6538758"/>
                </a:lnTo>
                <a:cubicBezTo>
                  <a:pt x="119715" y="6506217"/>
                  <a:pt x="0" y="6365514"/>
                  <a:pt x="0" y="6196917"/>
                </a:cubicBezTo>
                <a:lnTo>
                  <a:pt x="0" y="348912"/>
                </a:lnTo>
                <a:cubicBezTo>
                  <a:pt x="0" y="156213"/>
                  <a:pt x="156362" y="0"/>
                  <a:pt x="349250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10852DD-B54D-34C7-9E72-7622C228F7E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CE6582F-8DCF-A2BA-CA1C-F79F735B62D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210800" y="6340475"/>
            <a:ext cx="1342971" cy="365125"/>
          </a:xfrm>
        </p:spPr>
        <p:txBody>
          <a:bodyPr/>
          <a:lstStyle/>
          <a:p>
            <a:fld id="{6AF84008-CECF-4C4E-8814-FA8FA71DAEEA}" type="datetime1">
              <a:rPr lang="en-US" smtClean="0"/>
              <a:t>6/23/2026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9BD7D67-F60C-B0D5-3BA0-673AE28E15F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80945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E17E539D-41A4-764A-4DF7-3869DAB25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85800"/>
            <a:ext cx="11429999" cy="90316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D0891CB-CD39-7CF0-8E4B-D8C55C76F3D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1000" y="1829865"/>
            <a:ext cx="5486400" cy="4337060"/>
          </a:xfrm>
          <a:custGeom>
            <a:avLst/>
            <a:gdLst>
              <a:gd name="connsiteX0" fmla="*/ 349250 w 5486400"/>
              <a:gd name="connsiteY0" fmla="*/ 0 h 4337060"/>
              <a:gd name="connsiteX1" fmla="*/ 5137150 w 5486400"/>
              <a:gd name="connsiteY1" fmla="*/ 0 h 4337060"/>
              <a:gd name="connsiteX2" fmla="*/ 5486400 w 5486400"/>
              <a:gd name="connsiteY2" fmla="*/ 348740 h 4337060"/>
              <a:gd name="connsiteX3" fmla="*/ 5486400 w 5486400"/>
              <a:gd name="connsiteY3" fmla="*/ 3988320 h 4337060"/>
              <a:gd name="connsiteX4" fmla="*/ 5137150 w 5486400"/>
              <a:gd name="connsiteY4" fmla="*/ 4337060 h 4337060"/>
              <a:gd name="connsiteX5" fmla="*/ 349250 w 5486400"/>
              <a:gd name="connsiteY5" fmla="*/ 4337060 h 4337060"/>
              <a:gd name="connsiteX6" fmla="*/ 0 w 5486400"/>
              <a:gd name="connsiteY6" fmla="*/ 3988320 h 4337060"/>
              <a:gd name="connsiteX7" fmla="*/ 0 w 5486400"/>
              <a:gd name="connsiteY7" fmla="*/ 348740 h 4337060"/>
              <a:gd name="connsiteX8" fmla="*/ 349250 w 5486400"/>
              <a:gd name="connsiteY8" fmla="*/ 0 h 4337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86400" h="4337060">
                <a:moveTo>
                  <a:pt x="349250" y="0"/>
                </a:moveTo>
                <a:lnTo>
                  <a:pt x="5137150" y="0"/>
                </a:lnTo>
                <a:cubicBezTo>
                  <a:pt x="5330038" y="0"/>
                  <a:pt x="5486400" y="156136"/>
                  <a:pt x="5486400" y="348740"/>
                </a:cubicBezTo>
                <a:lnTo>
                  <a:pt x="5486400" y="3988320"/>
                </a:lnTo>
                <a:cubicBezTo>
                  <a:pt x="5486400" y="4180925"/>
                  <a:pt x="5330038" y="4337060"/>
                  <a:pt x="5137150" y="4337060"/>
                </a:cubicBezTo>
                <a:lnTo>
                  <a:pt x="349250" y="4337060"/>
                </a:lnTo>
                <a:cubicBezTo>
                  <a:pt x="156364" y="4337060"/>
                  <a:pt x="0" y="4180925"/>
                  <a:pt x="0" y="3988320"/>
                </a:cubicBezTo>
                <a:lnTo>
                  <a:pt x="0" y="348740"/>
                </a:lnTo>
                <a:cubicBezTo>
                  <a:pt x="0" y="156136"/>
                  <a:pt x="156364" y="0"/>
                  <a:pt x="349250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4ECA27BB-D0F8-2A5A-E8E3-F36153E9A08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10400" y="1828800"/>
            <a:ext cx="4800600" cy="4343399"/>
          </a:xfrm>
        </p:spPr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4E0ADA83-DE1E-DC24-E36B-98CC058AF41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D5E3AAA1-460F-8482-6ADF-65CE2214C38A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F3A8F1C-349F-4D40-A069-7D38D41B5261}" type="datetime1">
              <a:rPr lang="en-US" smtClean="0"/>
              <a:t>6/23/2026</a:t>
            </a:fld>
            <a:endParaRPr lang="en-US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2426F5E3-3198-CD22-65DC-349FF7BA35F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5909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E22DB0-7762-81D2-A14F-8B60FD58F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685800"/>
            <a:ext cx="11423900" cy="90316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60D5937C-CA57-3862-2FCF-C4FC1366F4B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" y="1828800"/>
            <a:ext cx="3886200" cy="4343399"/>
          </a:xfrm>
        </p:spPr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2D281A9-5EBB-EB40-69FF-2C02AF0BF3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10200" y="1831970"/>
            <a:ext cx="6400800" cy="4337059"/>
          </a:xfrm>
          <a:custGeom>
            <a:avLst/>
            <a:gdLst>
              <a:gd name="connsiteX0" fmla="*/ 349250 w 6400800"/>
              <a:gd name="connsiteY0" fmla="*/ 0 h 4337059"/>
              <a:gd name="connsiteX1" fmla="*/ 6051550 w 6400800"/>
              <a:gd name="connsiteY1" fmla="*/ 0 h 4337059"/>
              <a:gd name="connsiteX2" fmla="*/ 6400800 w 6400800"/>
              <a:gd name="connsiteY2" fmla="*/ 348740 h 4337059"/>
              <a:gd name="connsiteX3" fmla="*/ 6400800 w 6400800"/>
              <a:gd name="connsiteY3" fmla="*/ 3988319 h 4337059"/>
              <a:gd name="connsiteX4" fmla="*/ 6051550 w 6400800"/>
              <a:gd name="connsiteY4" fmla="*/ 4337059 h 4337059"/>
              <a:gd name="connsiteX5" fmla="*/ 349250 w 6400800"/>
              <a:gd name="connsiteY5" fmla="*/ 4337059 h 4337059"/>
              <a:gd name="connsiteX6" fmla="*/ 0 w 6400800"/>
              <a:gd name="connsiteY6" fmla="*/ 3988319 h 4337059"/>
              <a:gd name="connsiteX7" fmla="*/ 0 w 6400800"/>
              <a:gd name="connsiteY7" fmla="*/ 348740 h 4337059"/>
              <a:gd name="connsiteX8" fmla="*/ 349250 w 6400800"/>
              <a:gd name="connsiteY8" fmla="*/ 0 h 4337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00800" h="4337059">
                <a:moveTo>
                  <a:pt x="349250" y="0"/>
                </a:moveTo>
                <a:lnTo>
                  <a:pt x="6051550" y="0"/>
                </a:lnTo>
                <a:cubicBezTo>
                  <a:pt x="6244438" y="0"/>
                  <a:pt x="6400800" y="156136"/>
                  <a:pt x="6400800" y="348740"/>
                </a:cubicBezTo>
                <a:lnTo>
                  <a:pt x="6400800" y="3988319"/>
                </a:lnTo>
                <a:cubicBezTo>
                  <a:pt x="6400800" y="4180925"/>
                  <a:pt x="6244438" y="4337059"/>
                  <a:pt x="6051550" y="4337059"/>
                </a:cubicBezTo>
                <a:lnTo>
                  <a:pt x="349250" y="4337059"/>
                </a:lnTo>
                <a:cubicBezTo>
                  <a:pt x="156364" y="4337059"/>
                  <a:pt x="0" y="4180925"/>
                  <a:pt x="0" y="3988319"/>
                </a:cubicBezTo>
                <a:lnTo>
                  <a:pt x="0" y="348740"/>
                </a:lnTo>
                <a:cubicBezTo>
                  <a:pt x="0" y="156136"/>
                  <a:pt x="156364" y="0"/>
                  <a:pt x="349250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3DD0AF09-ED67-31D2-F311-9190CDEC29B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21377DD6-5462-66F7-A829-133D33C0B93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93F60926-2D52-7E43-9B2B-7315B4A2BF0B}" type="datetime1">
              <a:rPr lang="en-US" smtClean="0"/>
              <a:t>6/23/2026</a:t>
            </a:fld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F11DD33E-851E-3928-D48D-DACBE36AABE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98892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3FBD57C-3F77-67B8-C202-5C1CF2E93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85800"/>
            <a:ext cx="11430000" cy="90316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0EB57046-E963-50F3-40A6-9F507864EDA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" y="1828800"/>
            <a:ext cx="4800600" cy="4343399"/>
          </a:xfrm>
        </p:spPr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A3E366D-68C4-CD6B-3D8C-CDF1FD79000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24600" y="1829865"/>
            <a:ext cx="5486400" cy="4337060"/>
          </a:xfrm>
          <a:custGeom>
            <a:avLst/>
            <a:gdLst>
              <a:gd name="connsiteX0" fmla="*/ 349250 w 5486400"/>
              <a:gd name="connsiteY0" fmla="*/ 0 h 4337060"/>
              <a:gd name="connsiteX1" fmla="*/ 5137150 w 5486400"/>
              <a:gd name="connsiteY1" fmla="*/ 0 h 4337060"/>
              <a:gd name="connsiteX2" fmla="*/ 5486400 w 5486400"/>
              <a:gd name="connsiteY2" fmla="*/ 348740 h 4337060"/>
              <a:gd name="connsiteX3" fmla="*/ 5486400 w 5486400"/>
              <a:gd name="connsiteY3" fmla="*/ 3988320 h 4337060"/>
              <a:gd name="connsiteX4" fmla="*/ 5137150 w 5486400"/>
              <a:gd name="connsiteY4" fmla="*/ 4337060 h 4337060"/>
              <a:gd name="connsiteX5" fmla="*/ 349250 w 5486400"/>
              <a:gd name="connsiteY5" fmla="*/ 4337060 h 4337060"/>
              <a:gd name="connsiteX6" fmla="*/ 0 w 5486400"/>
              <a:gd name="connsiteY6" fmla="*/ 3988320 h 4337060"/>
              <a:gd name="connsiteX7" fmla="*/ 0 w 5486400"/>
              <a:gd name="connsiteY7" fmla="*/ 348740 h 4337060"/>
              <a:gd name="connsiteX8" fmla="*/ 349250 w 5486400"/>
              <a:gd name="connsiteY8" fmla="*/ 0 h 4337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86400" h="4337060">
                <a:moveTo>
                  <a:pt x="349250" y="0"/>
                </a:moveTo>
                <a:lnTo>
                  <a:pt x="5137150" y="0"/>
                </a:lnTo>
                <a:cubicBezTo>
                  <a:pt x="5330038" y="0"/>
                  <a:pt x="5486400" y="156136"/>
                  <a:pt x="5486400" y="348740"/>
                </a:cubicBezTo>
                <a:lnTo>
                  <a:pt x="5486400" y="3988320"/>
                </a:lnTo>
                <a:cubicBezTo>
                  <a:pt x="5486400" y="4180925"/>
                  <a:pt x="5330038" y="4337060"/>
                  <a:pt x="5137150" y="4337060"/>
                </a:cubicBezTo>
                <a:lnTo>
                  <a:pt x="349250" y="4337060"/>
                </a:lnTo>
                <a:cubicBezTo>
                  <a:pt x="156364" y="4337060"/>
                  <a:pt x="0" y="4180925"/>
                  <a:pt x="0" y="3988320"/>
                </a:cubicBezTo>
                <a:lnTo>
                  <a:pt x="0" y="348740"/>
                </a:lnTo>
                <a:cubicBezTo>
                  <a:pt x="0" y="156136"/>
                  <a:pt x="156364" y="0"/>
                  <a:pt x="349250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FA3168BB-AC02-FC23-04AB-910062295BB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2C56068B-9B89-AB64-F0FA-49FF3719763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9B5E51FC-CBC9-9843-92FD-38CACF39D773}" type="datetime1">
              <a:rPr lang="en-US" smtClean="0"/>
              <a:t>6/23/2026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B58EFC6-5EFD-40A4-C04B-5D2E6AA36C1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04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D7B64117-148B-10E8-7721-A4C85F0BD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1" y="685801"/>
            <a:ext cx="6857999" cy="9144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252FBA1-367D-3AEB-02AF-54E0FEFD259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52400" y="159765"/>
            <a:ext cx="3657600" cy="6545835"/>
          </a:xfrm>
          <a:custGeom>
            <a:avLst/>
            <a:gdLst>
              <a:gd name="connsiteX0" fmla="*/ 1829315 w 3657600"/>
              <a:gd name="connsiteY0" fmla="*/ 0 h 6545835"/>
              <a:gd name="connsiteX1" fmla="*/ 3308351 w 3657600"/>
              <a:gd name="connsiteY1" fmla="*/ 0 h 6545835"/>
              <a:gd name="connsiteX2" fmla="*/ 3650506 w 3657600"/>
              <a:gd name="connsiteY2" fmla="*/ 278594 h 6545835"/>
              <a:gd name="connsiteX3" fmla="*/ 3657600 w 3657600"/>
              <a:gd name="connsiteY3" fmla="*/ 348902 h 6545835"/>
              <a:gd name="connsiteX4" fmla="*/ 3657600 w 3657600"/>
              <a:gd name="connsiteY4" fmla="*/ 6196927 h 6545835"/>
              <a:gd name="connsiteX5" fmla="*/ 3650506 w 3657600"/>
              <a:gd name="connsiteY5" fmla="*/ 6267227 h 6545835"/>
              <a:gd name="connsiteX6" fmla="*/ 3378738 w 3657600"/>
              <a:gd name="connsiteY6" fmla="*/ 6538746 h 6545835"/>
              <a:gd name="connsiteX7" fmla="*/ 3308362 w 3657600"/>
              <a:gd name="connsiteY7" fmla="*/ 6545835 h 6545835"/>
              <a:gd name="connsiteX8" fmla="*/ 2078941 w 3657600"/>
              <a:gd name="connsiteY8" fmla="*/ 6545835 h 6545835"/>
              <a:gd name="connsiteX9" fmla="*/ 1981579 w 3657600"/>
              <a:gd name="connsiteY9" fmla="*/ 6526195 h 6545835"/>
              <a:gd name="connsiteX10" fmla="*/ 1828801 w 3657600"/>
              <a:gd name="connsiteY10" fmla="*/ 6295926 h 6545835"/>
              <a:gd name="connsiteX11" fmla="*/ 1578655 w 3657600"/>
              <a:gd name="connsiteY11" fmla="*/ 6046022 h 6545835"/>
              <a:gd name="connsiteX12" fmla="*/ 349250 w 3657600"/>
              <a:gd name="connsiteY12" fmla="*/ 6046022 h 6545835"/>
              <a:gd name="connsiteX13" fmla="*/ 0 w 3657600"/>
              <a:gd name="connsiteY13" fmla="*/ 5697110 h 6545835"/>
              <a:gd name="connsiteX14" fmla="*/ 0 w 3657600"/>
              <a:gd name="connsiteY14" fmla="*/ 349940 h 6545835"/>
              <a:gd name="connsiteX15" fmla="*/ 349250 w 3657600"/>
              <a:gd name="connsiteY15" fmla="*/ 1028 h 6545835"/>
              <a:gd name="connsiteX16" fmla="*/ 1828286 w 3657600"/>
              <a:gd name="connsiteY16" fmla="*/ 1028 h 6545835"/>
              <a:gd name="connsiteX17" fmla="*/ 1828801 w 3657600"/>
              <a:gd name="connsiteY17" fmla="*/ 514 h 6545835"/>
              <a:gd name="connsiteX18" fmla="*/ 1829315 w 3657600"/>
              <a:gd name="connsiteY18" fmla="*/ 0 h 654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657600" h="6545835">
                <a:moveTo>
                  <a:pt x="1829315" y="0"/>
                </a:moveTo>
                <a:lnTo>
                  <a:pt x="3308351" y="0"/>
                </a:lnTo>
                <a:cubicBezTo>
                  <a:pt x="3477128" y="0"/>
                  <a:pt x="3617940" y="119601"/>
                  <a:pt x="3650506" y="278594"/>
                </a:cubicBezTo>
                <a:lnTo>
                  <a:pt x="3657600" y="348902"/>
                </a:lnTo>
                <a:lnTo>
                  <a:pt x="3657600" y="6196927"/>
                </a:lnTo>
                <a:lnTo>
                  <a:pt x="3650506" y="6267227"/>
                </a:lnTo>
                <a:cubicBezTo>
                  <a:pt x="3622592" y="6403496"/>
                  <a:pt x="3515151" y="6510853"/>
                  <a:pt x="3378738" y="6538746"/>
                </a:cubicBezTo>
                <a:lnTo>
                  <a:pt x="3308362" y="6545835"/>
                </a:lnTo>
                <a:lnTo>
                  <a:pt x="2078941" y="6545835"/>
                </a:lnTo>
                <a:lnTo>
                  <a:pt x="1981579" y="6526195"/>
                </a:lnTo>
                <a:cubicBezTo>
                  <a:pt x="1891798" y="6488252"/>
                  <a:pt x="1828801" y="6399429"/>
                  <a:pt x="1828801" y="6295926"/>
                </a:cubicBezTo>
                <a:cubicBezTo>
                  <a:pt x="1828801" y="6157909"/>
                  <a:pt x="1716806" y="6046022"/>
                  <a:pt x="1578655" y="6046022"/>
                </a:cubicBezTo>
                <a:lnTo>
                  <a:pt x="349250" y="6046022"/>
                </a:lnTo>
                <a:cubicBezTo>
                  <a:pt x="156364" y="6046022"/>
                  <a:pt x="0" y="5889805"/>
                  <a:pt x="0" y="5697110"/>
                </a:cubicBezTo>
                <a:lnTo>
                  <a:pt x="0" y="349940"/>
                </a:lnTo>
                <a:cubicBezTo>
                  <a:pt x="0" y="157241"/>
                  <a:pt x="156364" y="1028"/>
                  <a:pt x="349250" y="1028"/>
                </a:cubicBezTo>
                <a:lnTo>
                  <a:pt x="1828286" y="1028"/>
                </a:lnTo>
                <a:cubicBezTo>
                  <a:pt x="1828572" y="1028"/>
                  <a:pt x="1828801" y="798"/>
                  <a:pt x="1828801" y="514"/>
                </a:cubicBezTo>
                <a:cubicBezTo>
                  <a:pt x="1828801" y="230"/>
                  <a:pt x="1829029" y="0"/>
                  <a:pt x="182931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679495B1-3D42-5CC6-1177-BBB5CCDEF14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53000" y="1760954"/>
            <a:ext cx="6858000" cy="4411245"/>
          </a:xfrm>
        </p:spPr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E554734-17E5-A778-C85A-403D4085323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52400" y="6347057"/>
            <a:ext cx="16002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BC33B0E-C66A-052A-1E5D-E52A78CEE49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B7AA9A6-1052-6144-AEF7-DAB3DC5C1870}" type="datetime1">
              <a:rPr lang="en-US" smtClean="0"/>
              <a:t>6/23/2026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97DD097-90E0-2A9F-AAFE-460FC67E9A1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58212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57EC580-88DE-56DE-5258-9F16851E9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685801"/>
            <a:ext cx="6857999" cy="9144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C0C3FF79-59DB-9A09-BAE9-314BF322E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" y="1760954"/>
            <a:ext cx="6858000" cy="4411245"/>
          </a:xfrm>
        </p:spPr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3964543-7DAC-0CE9-CE60-91786FE7415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382000" y="152400"/>
            <a:ext cx="3657600" cy="6545835"/>
          </a:xfrm>
          <a:custGeom>
            <a:avLst/>
            <a:gdLst>
              <a:gd name="connsiteX0" fmla="*/ 349250 w 3657600"/>
              <a:gd name="connsiteY0" fmla="*/ 0 h 6545835"/>
              <a:gd name="connsiteX1" fmla="*/ 1828286 w 3657600"/>
              <a:gd name="connsiteY1" fmla="*/ 0 h 6545835"/>
              <a:gd name="connsiteX2" fmla="*/ 1828800 w 3657600"/>
              <a:gd name="connsiteY2" fmla="*/ 514 h 6545835"/>
              <a:gd name="connsiteX3" fmla="*/ 1829315 w 3657600"/>
              <a:gd name="connsiteY3" fmla="*/ 1028 h 6545835"/>
              <a:gd name="connsiteX4" fmla="*/ 3308351 w 3657600"/>
              <a:gd name="connsiteY4" fmla="*/ 1028 h 6545835"/>
              <a:gd name="connsiteX5" fmla="*/ 3650505 w 3657600"/>
              <a:gd name="connsiteY5" fmla="*/ 279622 h 6545835"/>
              <a:gd name="connsiteX6" fmla="*/ 3657600 w 3657600"/>
              <a:gd name="connsiteY6" fmla="*/ 349930 h 6545835"/>
              <a:gd name="connsiteX7" fmla="*/ 3657600 w 3657600"/>
              <a:gd name="connsiteY7" fmla="*/ 5697120 h 6545835"/>
              <a:gd name="connsiteX8" fmla="*/ 3650505 w 3657600"/>
              <a:gd name="connsiteY8" fmla="*/ 5767427 h 6545835"/>
              <a:gd name="connsiteX9" fmla="*/ 3308351 w 3657600"/>
              <a:gd name="connsiteY9" fmla="*/ 6046022 h 6545835"/>
              <a:gd name="connsiteX10" fmla="*/ 2078946 w 3657600"/>
              <a:gd name="connsiteY10" fmla="*/ 6046022 h 6545835"/>
              <a:gd name="connsiteX11" fmla="*/ 1828800 w 3657600"/>
              <a:gd name="connsiteY11" fmla="*/ 6295926 h 6545835"/>
              <a:gd name="connsiteX12" fmla="*/ 1676022 w 3657600"/>
              <a:gd name="connsiteY12" fmla="*/ 6526195 h 6545835"/>
              <a:gd name="connsiteX13" fmla="*/ 1578660 w 3657600"/>
              <a:gd name="connsiteY13" fmla="*/ 6545835 h 6545835"/>
              <a:gd name="connsiteX14" fmla="*/ 349241 w 3657600"/>
              <a:gd name="connsiteY14" fmla="*/ 6545835 h 6545835"/>
              <a:gd name="connsiteX15" fmla="*/ 278864 w 3657600"/>
              <a:gd name="connsiteY15" fmla="*/ 6538746 h 6545835"/>
              <a:gd name="connsiteX16" fmla="*/ 0 w 3657600"/>
              <a:gd name="connsiteY16" fmla="*/ 6196917 h 6545835"/>
              <a:gd name="connsiteX17" fmla="*/ 0 w 3657600"/>
              <a:gd name="connsiteY17" fmla="*/ 348912 h 6545835"/>
              <a:gd name="connsiteX18" fmla="*/ 349250 w 3657600"/>
              <a:gd name="connsiteY18" fmla="*/ 0 h 654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657600" h="6545835">
                <a:moveTo>
                  <a:pt x="349250" y="0"/>
                </a:moveTo>
                <a:lnTo>
                  <a:pt x="1828286" y="0"/>
                </a:lnTo>
                <a:cubicBezTo>
                  <a:pt x="1828572" y="0"/>
                  <a:pt x="1828800" y="230"/>
                  <a:pt x="1828800" y="514"/>
                </a:cubicBezTo>
                <a:cubicBezTo>
                  <a:pt x="1828800" y="798"/>
                  <a:pt x="1829029" y="1028"/>
                  <a:pt x="1829315" y="1028"/>
                </a:cubicBezTo>
                <a:lnTo>
                  <a:pt x="3308351" y="1028"/>
                </a:lnTo>
                <a:cubicBezTo>
                  <a:pt x="3477126" y="1028"/>
                  <a:pt x="3617939" y="120629"/>
                  <a:pt x="3650505" y="279622"/>
                </a:cubicBezTo>
                <a:lnTo>
                  <a:pt x="3657600" y="349930"/>
                </a:lnTo>
                <a:lnTo>
                  <a:pt x="3657600" y="5697120"/>
                </a:lnTo>
                <a:lnTo>
                  <a:pt x="3650505" y="5767427"/>
                </a:lnTo>
                <a:cubicBezTo>
                  <a:pt x="3617939" y="5926419"/>
                  <a:pt x="3477126" y="6046022"/>
                  <a:pt x="3308351" y="6046022"/>
                </a:cubicBezTo>
                <a:lnTo>
                  <a:pt x="2078946" y="6046022"/>
                </a:lnTo>
                <a:cubicBezTo>
                  <a:pt x="1940795" y="6046022"/>
                  <a:pt x="1828800" y="6157909"/>
                  <a:pt x="1828800" y="6295926"/>
                </a:cubicBezTo>
                <a:cubicBezTo>
                  <a:pt x="1828800" y="6399429"/>
                  <a:pt x="1765803" y="6488252"/>
                  <a:pt x="1676022" y="6526195"/>
                </a:cubicBezTo>
                <a:lnTo>
                  <a:pt x="1578660" y="6545835"/>
                </a:lnTo>
                <a:lnTo>
                  <a:pt x="349241" y="6545835"/>
                </a:lnTo>
                <a:lnTo>
                  <a:pt x="278864" y="6538746"/>
                </a:lnTo>
                <a:cubicBezTo>
                  <a:pt x="119715" y="6506205"/>
                  <a:pt x="0" y="6365503"/>
                  <a:pt x="0" y="6196917"/>
                </a:cubicBezTo>
                <a:lnTo>
                  <a:pt x="0" y="348912"/>
                </a:lnTo>
                <a:cubicBezTo>
                  <a:pt x="0" y="156213"/>
                  <a:pt x="156362" y="0"/>
                  <a:pt x="349250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200DA31-8001-338B-5371-3A7494E8D47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261ED7C0-4B00-0749-E13A-727478511638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5819829" y="6340475"/>
            <a:ext cx="1800171" cy="365125"/>
          </a:xfrm>
        </p:spPr>
        <p:txBody>
          <a:bodyPr/>
          <a:lstStyle/>
          <a:p>
            <a:fld id="{3FE5D550-C18F-9046-9823-1666101C984D}" type="datetime1">
              <a:rPr lang="en-US" smtClean="0"/>
              <a:t>6/23/2026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084553E-C102-DA3B-F180-DD397211326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37331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9746344-2F7D-4A55-E6DD-6BBEF41A7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709099"/>
            <a:ext cx="4572000" cy="134830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45C96D9-D192-32BB-6CEF-7F4A787A921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7926" y="2590800"/>
            <a:ext cx="4578206" cy="3560521"/>
          </a:xfrm>
          <a:custGeom>
            <a:avLst/>
            <a:gdLst>
              <a:gd name="connsiteX0" fmla="*/ 345466 w 4114800"/>
              <a:gd name="connsiteY0" fmla="*/ 0 h 3200125"/>
              <a:gd name="connsiteX1" fmla="*/ 3769335 w 4114800"/>
              <a:gd name="connsiteY1" fmla="*/ 0 h 3200125"/>
              <a:gd name="connsiteX2" fmla="*/ 3835937 w 4114800"/>
              <a:gd name="connsiteY2" fmla="*/ 6705 h 3200125"/>
              <a:gd name="connsiteX3" fmla="*/ 4114800 w 4114800"/>
              <a:gd name="connsiteY3" fmla="*/ 348409 h 3200125"/>
              <a:gd name="connsiteX4" fmla="*/ 4114800 w 4114800"/>
              <a:gd name="connsiteY4" fmla="*/ 2851335 h 3200125"/>
              <a:gd name="connsiteX5" fmla="*/ 3765550 w 4114800"/>
              <a:gd name="connsiteY5" fmla="*/ 3200125 h 3200125"/>
              <a:gd name="connsiteX6" fmla="*/ 349250 w 4114800"/>
              <a:gd name="connsiteY6" fmla="*/ 3200125 h 3200125"/>
              <a:gd name="connsiteX7" fmla="*/ 0 w 4114800"/>
              <a:gd name="connsiteY7" fmla="*/ 2851335 h 3200125"/>
              <a:gd name="connsiteX8" fmla="*/ 0 w 4114800"/>
              <a:gd name="connsiteY8" fmla="*/ 348409 h 3200125"/>
              <a:gd name="connsiteX9" fmla="*/ 278864 w 4114800"/>
              <a:gd name="connsiteY9" fmla="*/ 6705 h 3200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114800" h="3200125">
                <a:moveTo>
                  <a:pt x="345466" y="0"/>
                </a:moveTo>
                <a:lnTo>
                  <a:pt x="3769335" y="0"/>
                </a:lnTo>
                <a:lnTo>
                  <a:pt x="3835937" y="6705"/>
                </a:lnTo>
                <a:cubicBezTo>
                  <a:pt x="3995086" y="39229"/>
                  <a:pt x="4114800" y="179857"/>
                  <a:pt x="4114800" y="348409"/>
                </a:cubicBezTo>
                <a:lnTo>
                  <a:pt x="4114800" y="2851335"/>
                </a:lnTo>
                <a:cubicBezTo>
                  <a:pt x="4114800" y="3043969"/>
                  <a:pt x="3958438" y="3200125"/>
                  <a:pt x="3765550" y="3200125"/>
                </a:cubicBezTo>
                <a:lnTo>
                  <a:pt x="349250" y="3200125"/>
                </a:lnTo>
                <a:cubicBezTo>
                  <a:pt x="156364" y="3200125"/>
                  <a:pt x="0" y="3043969"/>
                  <a:pt x="0" y="2851335"/>
                </a:cubicBezTo>
                <a:lnTo>
                  <a:pt x="0" y="348409"/>
                </a:lnTo>
                <a:cubicBezTo>
                  <a:pt x="0" y="179857"/>
                  <a:pt x="119716" y="39229"/>
                  <a:pt x="278864" y="6705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38800" y="706803"/>
            <a:ext cx="6172200" cy="5465398"/>
          </a:xfrm>
        </p:spPr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8C66154-743D-C7F5-97C4-2FAB2B6A1D3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AA3F3A86-D339-7100-3E81-E5798445D50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45EA323-74B6-5848-92CE-4C72A64B8493}" type="datetime1">
              <a:rPr lang="en-US" smtClean="0"/>
              <a:t>6/23/2026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EDCFD90-149A-5BBC-51D0-89BB36B9E80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287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709098"/>
            <a:ext cx="4114800" cy="1805502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EA2CA930-2485-A4DF-F377-8218AE4BB18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1001" y="3090060"/>
            <a:ext cx="4114800" cy="3078972"/>
          </a:xfrm>
          <a:custGeom>
            <a:avLst/>
            <a:gdLst>
              <a:gd name="connsiteX0" fmla="*/ 349250 w 3657600"/>
              <a:gd name="connsiteY0" fmla="*/ 0 h 2736864"/>
              <a:gd name="connsiteX1" fmla="*/ 3308350 w 3657600"/>
              <a:gd name="connsiteY1" fmla="*/ 0 h 2736864"/>
              <a:gd name="connsiteX2" fmla="*/ 3657600 w 3657600"/>
              <a:gd name="connsiteY2" fmla="*/ 348444 h 2736864"/>
              <a:gd name="connsiteX3" fmla="*/ 3657600 w 3657600"/>
              <a:gd name="connsiteY3" fmla="*/ 2388421 h 2736864"/>
              <a:gd name="connsiteX4" fmla="*/ 3308350 w 3657600"/>
              <a:gd name="connsiteY4" fmla="*/ 2736864 h 2736864"/>
              <a:gd name="connsiteX5" fmla="*/ 349250 w 3657600"/>
              <a:gd name="connsiteY5" fmla="*/ 2736864 h 2736864"/>
              <a:gd name="connsiteX6" fmla="*/ 0 w 3657600"/>
              <a:gd name="connsiteY6" fmla="*/ 2388421 h 2736864"/>
              <a:gd name="connsiteX7" fmla="*/ 0 w 3657600"/>
              <a:gd name="connsiteY7" fmla="*/ 348444 h 2736864"/>
              <a:gd name="connsiteX8" fmla="*/ 349250 w 3657600"/>
              <a:gd name="connsiteY8" fmla="*/ 0 h 273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57600" h="2736864">
                <a:moveTo>
                  <a:pt x="349250" y="0"/>
                </a:moveTo>
                <a:lnTo>
                  <a:pt x="3308350" y="0"/>
                </a:lnTo>
                <a:cubicBezTo>
                  <a:pt x="3501238" y="0"/>
                  <a:pt x="3657600" y="156003"/>
                  <a:pt x="3657600" y="348444"/>
                </a:cubicBezTo>
                <a:lnTo>
                  <a:pt x="3657600" y="2388421"/>
                </a:lnTo>
                <a:cubicBezTo>
                  <a:pt x="3657600" y="2580863"/>
                  <a:pt x="3501238" y="2736864"/>
                  <a:pt x="3308350" y="2736864"/>
                </a:cubicBezTo>
                <a:lnTo>
                  <a:pt x="349250" y="2736864"/>
                </a:lnTo>
                <a:cubicBezTo>
                  <a:pt x="156364" y="2736864"/>
                  <a:pt x="0" y="2580863"/>
                  <a:pt x="0" y="2388421"/>
                </a:cubicBezTo>
                <a:lnTo>
                  <a:pt x="0" y="348444"/>
                </a:lnTo>
                <a:cubicBezTo>
                  <a:pt x="0" y="156003"/>
                  <a:pt x="156364" y="0"/>
                  <a:pt x="349250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600" y="709098"/>
            <a:ext cx="6629400" cy="5463102"/>
          </a:xfrm>
        </p:spPr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FCB87F31-D334-B77F-23ED-BC9392A5A19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CFC38238-FDEF-8175-D965-3AB225B3E4D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EB7FF3F-DA9F-314F-9D49-20971D537C61}" type="datetime1">
              <a:rPr lang="en-US" smtClean="0"/>
              <a:t>6/23/2026</a:t>
            </a:fld>
            <a:endParaRPr lang="en-US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1C67D1B5-265C-82B0-F8CD-079589F0A1C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85367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B88F4B1A-8CA8-A34A-4954-AE7A09F852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469D919-6BEC-1146-C73F-9E159C2CB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99" y="5020235"/>
            <a:ext cx="9144001" cy="933304"/>
          </a:xfrm>
        </p:spPr>
        <p:txBody>
          <a:bodyPr anchor="t">
            <a:normAutofit/>
          </a:bodyPr>
          <a:lstStyle>
            <a:lvl1pPr algn="ctr">
              <a:lnSpc>
                <a:spcPct val="110000"/>
              </a:lnSpc>
              <a:defRPr sz="2200" b="0" i="0" cap="all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7CDAC417-B61F-30A2-725C-3CF74077D95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81000" y="1219200"/>
            <a:ext cx="11423901" cy="4334435"/>
          </a:xfrm>
        </p:spPr>
        <p:txBody>
          <a:bodyPr anchor="ctr">
            <a:normAutofit/>
          </a:bodyPr>
          <a:lstStyle>
            <a:lvl1pPr marL="0" indent="0" algn="ctr">
              <a:lnSpc>
                <a:spcPct val="90000"/>
              </a:lnSpc>
              <a:buNone/>
              <a:defRPr sz="32000" b="0" i="0">
                <a:solidFill>
                  <a:schemeClr val="tx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BF7456-2994-4EAE-3371-7D91481A994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8108BC-C075-0A9E-0B2B-E7A83353BBC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684DC2-C5AB-E14B-8633-21D19F683F0B}" type="datetime1">
              <a:rPr lang="en-US" smtClean="0"/>
              <a:pPr/>
              <a:t>6/23/2026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27E1D0-2E0F-F464-3005-274CB18AA4E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1345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close up of a bubble&#10;&#10;AI-generated content may be incorrect.">
            <a:extLst>
              <a:ext uri="{FF2B5EF4-FFF2-40B4-BE49-F238E27FC236}">
                <a16:creationId xmlns:a16="http://schemas.microsoft.com/office/drawing/2014/main" id="{B151E50E-DC1D-C22C-0C1F-221AA729DA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F65420D2-A6C8-2DFC-2118-B78357CCAA8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CDF9954-8E89-826A-2D28-2C5E18A23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99" y="4876800"/>
            <a:ext cx="9144001" cy="933304"/>
          </a:xfrm>
        </p:spPr>
        <p:txBody>
          <a:bodyPr anchor="t">
            <a:normAutofit/>
          </a:bodyPr>
          <a:lstStyle>
            <a:lvl1pPr algn="ctr">
              <a:lnSpc>
                <a:spcPct val="110000"/>
              </a:lnSpc>
              <a:defRPr sz="2200" b="0" i="0" cap="all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6FF8955-81FF-5C9E-4367-C787FEB7E92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81000" y="158982"/>
            <a:ext cx="32004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E8E656D-8CAF-0BA1-21A3-D813F0C299A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525000" y="152400"/>
            <a:ext cx="1800171" cy="365125"/>
          </a:xfrm>
        </p:spPr>
        <p:txBody>
          <a:bodyPr/>
          <a:lstStyle/>
          <a:p>
            <a:fld id="{9195CB68-20BB-7D4A-9E92-9AD71D038F2F}" type="datetime1">
              <a:rPr lang="en-US" smtClean="0"/>
              <a:t>6/23/2026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8E1534F-67F4-FC39-959A-B960911FFF2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75694" y="152400"/>
            <a:ext cx="429207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93864AC-1E34-CDBA-AC5E-F572F13532E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09601" y="1219200"/>
            <a:ext cx="10972800" cy="4334435"/>
          </a:xfrm>
        </p:spPr>
        <p:txBody>
          <a:bodyPr anchor="ctr">
            <a:normAutofit/>
          </a:bodyPr>
          <a:lstStyle>
            <a:lvl1pPr marL="0" indent="0" algn="ctr">
              <a:lnSpc>
                <a:spcPct val="90000"/>
              </a:lnSpc>
              <a:buNone/>
              <a:defRPr sz="28000" b="0" i="0">
                <a:solidFill>
                  <a:schemeClr val="tx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39193353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close up of a pink and blue background&#10;&#10;AI-generated content may be incorrect.">
            <a:extLst>
              <a:ext uri="{FF2B5EF4-FFF2-40B4-BE49-F238E27FC236}">
                <a16:creationId xmlns:a16="http://schemas.microsoft.com/office/drawing/2014/main" id="{EE26E3E4-C73C-05B3-5F0F-3D152F526F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5"/>
            <a:ext cx="12188952" cy="685628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A565F90-9406-D8D9-2A7A-FB8CA7E9789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9733436F-DF03-C037-5141-6E90FCA81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0" y="5029201"/>
            <a:ext cx="6858000" cy="1059806"/>
          </a:xfrm>
        </p:spPr>
        <p:txBody>
          <a:bodyPr anchor="ctr"/>
          <a:lstStyle>
            <a:lvl1pPr>
              <a:lnSpc>
                <a:spcPct val="110000"/>
              </a:lnSpc>
              <a:defRPr sz="22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ADBA34-7E08-D5CF-9B8C-ABC3777215BC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09600" y="1066800"/>
            <a:ext cx="10972800" cy="4041648"/>
          </a:xfrm>
        </p:spPr>
        <p:txBody>
          <a:bodyPr anchor="ctr"/>
          <a:lstStyle>
            <a:lvl1pPr>
              <a:lnSpc>
                <a:spcPct val="90000"/>
              </a:lnSpc>
              <a:defRPr sz="32000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231733-5D4C-7A42-4F95-61D85EEAF5F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416323-93D8-EC57-3DB5-CC2794D1BC3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AF93496-2377-444C-B645-EBE751409D0E}" type="datetime1">
              <a:rPr lang="en-US" smtClean="0"/>
              <a:t>6/23/2026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ECA7AA-A42C-BDBA-AA41-F842F560A9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32947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blue and pink gradient&#10;&#10;AI-generated content may be incorrect.">
            <a:extLst>
              <a:ext uri="{FF2B5EF4-FFF2-40B4-BE49-F238E27FC236}">
                <a16:creationId xmlns:a16="http://schemas.microsoft.com/office/drawing/2014/main" id="{B7C75419-CE9A-C722-14D8-AEB75E4273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Graphic 7">
            <a:extLst>
              <a:ext uri="{FF2B5EF4-FFF2-40B4-BE49-F238E27FC236}">
                <a16:creationId xmlns:a16="http://schemas.microsoft.com/office/drawing/2014/main" id="{BF766998-B646-F579-CEC0-CC818F8ADF79}"/>
              </a:ext>
            </a:extLst>
          </p:cNvPr>
          <p:cNvSpPr/>
          <p:nvPr/>
        </p:nvSpPr>
        <p:spPr>
          <a:xfrm rot="10800000">
            <a:off x="898" y="0"/>
            <a:ext cx="12185643" cy="6858000"/>
          </a:xfrm>
          <a:custGeom>
            <a:avLst/>
            <a:gdLst>
              <a:gd name="connsiteX0" fmla="*/ 12185643 w 12185643"/>
              <a:gd name="connsiteY0" fmla="*/ 6858000 h 6858000"/>
              <a:gd name="connsiteX1" fmla="*/ 0 w 12185643"/>
              <a:gd name="connsiteY1" fmla="*/ 6858000 h 6858000"/>
              <a:gd name="connsiteX2" fmla="*/ 0 w 12185643"/>
              <a:gd name="connsiteY2" fmla="*/ 0 h 6858000"/>
              <a:gd name="connsiteX3" fmla="*/ 12185643 w 12185643"/>
              <a:gd name="connsiteY3" fmla="*/ 0 h 6858000"/>
              <a:gd name="connsiteX4" fmla="*/ 12185643 w 12185643"/>
              <a:gd name="connsiteY4" fmla="*/ 6858000 h 6858000"/>
              <a:gd name="connsiteX5" fmla="*/ 501389 w 12185643"/>
              <a:gd name="connsiteY5" fmla="*/ 694246 h 6858000"/>
              <a:gd name="connsiteX6" fmla="*/ 152321 w 12185643"/>
              <a:gd name="connsiteY6" fmla="*/ 1043496 h 6858000"/>
              <a:gd name="connsiteX7" fmla="*/ 152321 w 12185643"/>
              <a:gd name="connsiteY7" fmla="*/ 6356350 h 6858000"/>
              <a:gd name="connsiteX8" fmla="*/ 501389 w 12185643"/>
              <a:gd name="connsiteY8" fmla="*/ 6705600 h 6858000"/>
              <a:gd name="connsiteX9" fmla="*/ 11684254 w 12185643"/>
              <a:gd name="connsiteY9" fmla="*/ 6705600 h 6858000"/>
              <a:gd name="connsiteX10" fmla="*/ 12033323 w 12185643"/>
              <a:gd name="connsiteY10" fmla="*/ 6356350 h 6858000"/>
              <a:gd name="connsiteX11" fmla="*/ 12033323 w 12185643"/>
              <a:gd name="connsiteY11" fmla="*/ 1043496 h 6858000"/>
              <a:gd name="connsiteX12" fmla="*/ 11684254 w 12185643"/>
              <a:gd name="connsiteY12" fmla="*/ 694246 h 6858000"/>
              <a:gd name="connsiteX13" fmla="*/ 501389 w 12185643"/>
              <a:gd name="connsiteY13" fmla="*/ 69424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85643" h="6858000">
                <a:moveTo>
                  <a:pt x="12185643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12185643" y="0"/>
                </a:lnTo>
                <a:lnTo>
                  <a:pt x="12185643" y="6858000"/>
                </a:lnTo>
                <a:close/>
                <a:moveTo>
                  <a:pt x="501389" y="694246"/>
                </a:moveTo>
                <a:cubicBezTo>
                  <a:pt x="308604" y="694246"/>
                  <a:pt x="152321" y="850608"/>
                  <a:pt x="152321" y="1043496"/>
                </a:cubicBezTo>
                <a:lnTo>
                  <a:pt x="152321" y="6356350"/>
                </a:lnTo>
                <a:cubicBezTo>
                  <a:pt x="152321" y="6549263"/>
                  <a:pt x="308604" y="6705600"/>
                  <a:pt x="501389" y="6705600"/>
                </a:cubicBezTo>
                <a:lnTo>
                  <a:pt x="11684254" y="6705600"/>
                </a:lnTo>
                <a:cubicBezTo>
                  <a:pt x="11877067" y="6705600"/>
                  <a:pt x="12033323" y="6549263"/>
                  <a:pt x="12033323" y="6356350"/>
                </a:cubicBezTo>
                <a:lnTo>
                  <a:pt x="12033323" y="1043496"/>
                </a:lnTo>
                <a:cubicBezTo>
                  <a:pt x="12033323" y="850608"/>
                  <a:pt x="11877067" y="694246"/>
                  <a:pt x="11684254" y="694246"/>
                </a:cubicBezTo>
                <a:lnTo>
                  <a:pt x="501389" y="694246"/>
                </a:lnTo>
                <a:close/>
              </a:path>
            </a:pathLst>
          </a:custGeom>
          <a:solidFill>
            <a:schemeClr val="bg1"/>
          </a:solidFill>
          <a:ln w="63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E0ABE5B9-4225-A306-2DAC-75E06A7BC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838" y="4730435"/>
            <a:ext cx="8234362" cy="908365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sz="24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7C34C59-51DE-1A41-1297-289A4EEC961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04838" y="838200"/>
            <a:ext cx="11199812" cy="3657600"/>
          </a:xfrm>
        </p:spPr>
        <p:txBody>
          <a:bodyPr/>
          <a:lstStyle>
            <a:lvl1pPr>
              <a:lnSpc>
                <a:spcPct val="90000"/>
              </a:lnSpc>
              <a:defRPr sz="27800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7D394B-A85B-3F18-7A00-F6903DB9D2C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D33632-66A2-3497-6DB8-C0BAE37B2ED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29FD2E1-2E7E-4E47-A0E4-B8C330155E6A}" type="datetime1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D18E61-F2C7-CBF8-114B-A1C9051537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5696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CEC02AF0-2629-8770-A541-3F1617189E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9950417-35F4-F816-8A7A-09C28E5F6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85FC488E-5BA5-381F-F5F2-7A6D1B22090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81000" y="685800"/>
            <a:ext cx="11430000" cy="54864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8000" b="0">
                <a:solidFill>
                  <a:schemeClr val="tx1"/>
                </a:solidFill>
              </a:defRPr>
            </a:lvl1pPr>
            <a:lvl2pPr marL="228600" indent="0">
              <a:lnSpc>
                <a:spcPct val="90000"/>
              </a:lnSpc>
              <a:buNone/>
              <a:defRPr sz="7200" b="0">
                <a:solidFill>
                  <a:schemeClr val="tx1"/>
                </a:solidFill>
              </a:defRPr>
            </a:lvl2pPr>
            <a:lvl3pPr marL="457200" indent="0">
              <a:lnSpc>
                <a:spcPct val="90000"/>
              </a:lnSpc>
              <a:buNone/>
              <a:defRPr sz="6600" b="0">
                <a:solidFill>
                  <a:schemeClr val="tx1"/>
                </a:solidFill>
              </a:defRPr>
            </a:lvl3pPr>
            <a:lvl4pPr marL="685800" indent="0">
              <a:lnSpc>
                <a:spcPct val="90000"/>
              </a:lnSpc>
              <a:buNone/>
              <a:defRPr sz="6000" b="0">
                <a:solidFill>
                  <a:schemeClr val="tx1"/>
                </a:solidFill>
              </a:defRPr>
            </a:lvl4pPr>
            <a:lvl5pPr marL="914400" indent="0">
              <a:lnSpc>
                <a:spcPct val="90000"/>
              </a:lnSpc>
              <a:buNone/>
              <a:defRPr sz="54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B6F9AB-D139-2C1F-00CB-9691DC19D50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16E803-3D9A-FF7D-784D-8A8F6C97203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EC1C73B-E8EA-3F4D-BC6B-13568C609C15}" type="datetime1">
              <a:rPr lang="en-US" smtClean="0"/>
              <a:pPr/>
              <a:t>6/23/2026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8D7C72-3429-AAA8-654F-344ED902B91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9655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blurry image of a blue and pink color&#10;&#10;AI-generated content may be incorrect.">
            <a:extLst>
              <a:ext uri="{FF2B5EF4-FFF2-40B4-BE49-F238E27FC236}">
                <a16:creationId xmlns:a16="http://schemas.microsoft.com/office/drawing/2014/main" id="{CE7B6BE6-8C3C-A057-92EF-B4CC19C0A2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2" cy="6856285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484A6C87-FE17-4FCA-F34C-3C6963EBAA7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DE31E7B3-0420-8F46-6F8C-BEC942469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DF3518DE-0793-421D-B1A4-28B05642866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143000"/>
            <a:ext cx="10055352" cy="4572000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buNone/>
              <a:defRPr sz="5500" b="0">
                <a:solidFill>
                  <a:schemeClr val="tx1"/>
                </a:solidFill>
              </a:defRPr>
            </a:lvl1pPr>
            <a:lvl2pPr marL="228600" indent="0">
              <a:lnSpc>
                <a:spcPct val="90000"/>
              </a:lnSpc>
              <a:buNone/>
              <a:defRPr sz="5500" b="0">
                <a:solidFill>
                  <a:schemeClr val="tx1"/>
                </a:solidFill>
              </a:defRPr>
            </a:lvl2pPr>
            <a:lvl3pPr marL="457200" indent="0">
              <a:lnSpc>
                <a:spcPct val="90000"/>
              </a:lnSpc>
              <a:buNone/>
              <a:defRPr sz="5500" b="0">
                <a:solidFill>
                  <a:schemeClr val="tx1"/>
                </a:solidFill>
              </a:defRPr>
            </a:lvl3pPr>
            <a:lvl4pPr marL="685800" indent="0">
              <a:lnSpc>
                <a:spcPct val="90000"/>
              </a:lnSpc>
              <a:buNone/>
              <a:defRPr sz="5500" b="0">
                <a:solidFill>
                  <a:schemeClr val="tx1"/>
                </a:solidFill>
              </a:defRPr>
            </a:lvl4pPr>
            <a:lvl5pPr marL="914400" indent="0">
              <a:lnSpc>
                <a:spcPct val="90000"/>
              </a:lnSpc>
              <a:buNone/>
              <a:defRPr sz="55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0">
            <a:extLst>
              <a:ext uri="{FF2B5EF4-FFF2-40B4-BE49-F238E27FC236}">
                <a16:creationId xmlns:a16="http://schemas.microsoft.com/office/drawing/2014/main" id="{DEEE13FA-BDB3-D527-0B3C-C5CF32ACA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310660"/>
            <a:ext cx="32004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3" name="Date Placeholder 5">
            <a:extLst>
              <a:ext uri="{FF2B5EF4-FFF2-40B4-BE49-F238E27FC236}">
                <a16:creationId xmlns:a16="http://schemas.microsoft.com/office/drawing/2014/main" id="{9C18FB6C-6208-7E69-D980-6941C96019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31923" y="6310660"/>
            <a:ext cx="180017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0E31574-77A2-5049-8555-8B5875AD8BC3}" type="datetime1">
              <a:rPr lang="en-US" smtClean="0"/>
              <a:t>6/23/2026</a:t>
            </a:fld>
            <a:endParaRPr lang="en-US"/>
          </a:p>
        </p:txBody>
      </p:sp>
      <p:sp>
        <p:nvSpPr>
          <p:cNvPr id="15" name="Slide Number Placeholder 11">
            <a:extLst>
              <a:ext uri="{FF2B5EF4-FFF2-40B4-BE49-F238E27FC236}">
                <a16:creationId xmlns:a16="http://schemas.microsoft.com/office/drawing/2014/main" id="{2974FB90-7208-DA12-99DF-FB0A62208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82617" y="6310660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3674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pink gradient&#10;&#10;AI-generated content may be incorrect.">
            <a:extLst>
              <a:ext uri="{FF2B5EF4-FFF2-40B4-BE49-F238E27FC236}">
                <a16:creationId xmlns:a16="http://schemas.microsoft.com/office/drawing/2014/main" id="{491DCE33-DB86-6A68-46D1-E4311F4247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F1693B94-07E5-638F-52DB-3F8E8D06EF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83C00096-4D67-EB4A-EF93-D6958D669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31C17B51-C5D8-9FDA-8C32-6379D51D8EE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9600" y="1033272"/>
            <a:ext cx="10972800" cy="4782312"/>
          </a:xfrm>
        </p:spPr>
        <p:txBody>
          <a:bodyPr anchor="ctr">
            <a:noAutofit/>
          </a:bodyPr>
          <a:lstStyle>
            <a:lvl1pPr marL="0" indent="0">
              <a:lnSpc>
                <a:spcPct val="90000"/>
              </a:lnSpc>
              <a:buNone/>
              <a:defRPr sz="6400" b="0">
                <a:solidFill>
                  <a:schemeClr val="tx1"/>
                </a:solidFill>
              </a:defRPr>
            </a:lvl1pPr>
            <a:lvl2pPr marL="228600" indent="0">
              <a:lnSpc>
                <a:spcPct val="90000"/>
              </a:lnSpc>
              <a:buNone/>
              <a:defRPr sz="6400" b="0">
                <a:solidFill>
                  <a:schemeClr val="tx1"/>
                </a:solidFill>
              </a:defRPr>
            </a:lvl2pPr>
            <a:lvl3pPr marL="457200" indent="0">
              <a:lnSpc>
                <a:spcPct val="90000"/>
              </a:lnSpc>
              <a:buNone/>
              <a:defRPr sz="6400" b="0">
                <a:solidFill>
                  <a:schemeClr val="tx1"/>
                </a:solidFill>
              </a:defRPr>
            </a:lvl3pPr>
            <a:lvl4pPr marL="685800" indent="0">
              <a:lnSpc>
                <a:spcPct val="90000"/>
              </a:lnSpc>
              <a:buNone/>
              <a:defRPr sz="6400" b="0">
                <a:solidFill>
                  <a:schemeClr val="tx1"/>
                </a:solidFill>
              </a:defRPr>
            </a:lvl4pPr>
            <a:lvl5pPr marL="914400" indent="0">
              <a:lnSpc>
                <a:spcPct val="90000"/>
              </a:lnSpc>
              <a:buNone/>
              <a:defRPr sz="64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10">
            <a:extLst>
              <a:ext uri="{FF2B5EF4-FFF2-40B4-BE49-F238E27FC236}">
                <a16:creationId xmlns:a16="http://schemas.microsoft.com/office/drawing/2014/main" id="{AA8A51AA-D903-8E6D-7A27-9C5C903CA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80176" y="6310660"/>
            <a:ext cx="32004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1" name="Date Placeholder 5">
            <a:extLst>
              <a:ext uri="{FF2B5EF4-FFF2-40B4-BE49-F238E27FC236}">
                <a16:creationId xmlns:a16="http://schemas.microsoft.com/office/drawing/2014/main" id="{0E4B77C0-0757-7A67-1229-339B6B028E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1099" y="6310660"/>
            <a:ext cx="180017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E0F28E2-1197-1343-806E-BC1F6DA16A33}" type="datetime1">
              <a:rPr lang="en-US" smtClean="0"/>
              <a:t>6/23/2026</a:t>
            </a:fld>
            <a:endParaRPr lang="en-US"/>
          </a:p>
        </p:txBody>
      </p:sp>
      <p:sp>
        <p:nvSpPr>
          <p:cNvPr id="13" name="Slide Number Placeholder 11">
            <a:extLst>
              <a:ext uri="{FF2B5EF4-FFF2-40B4-BE49-F238E27FC236}">
                <a16:creationId xmlns:a16="http://schemas.microsoft.com/office/drawing/2014/main" id="{CE7C30F9-ABE8-80D2-2ACF-54336CEF0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1793" y="6310660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08189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close up of a pink and blue background&#10;&#10;AI-generated content may be incorrect.">
            <a:extLst>
              <a:ext uri="{FF2B5EF4-FFF2-40B4-BE49-F238E27FC236}">
                <a16:creationId xmlns:a16="http://schemas.microsoft.com/office/drawing/2014/main" id="{A952B0CF-23BF-A911-17B4-65E745DA69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81000" y="685800"/>
            <a:ext cx="9372600" cy="548640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lnSpc>
                <a:spcPct val="90000"/>
              </a:lnSpc>
              <a:buNone/>
              <a:defRPr lang="en-US" sz="66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90000"/>
              </a:lnSpc>
              <a:buNone/>
              <a:defRPr lang="en-US" sz="66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90000"/>
              </a:lnSpc>
              <a:buNone/>
              <a:defRPr lang="en-US" sz="66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90000"/>
              </a:lnSpc>
              <a:buNone/>
              <a:defRPr lang="en-US" sz="66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90000"/>
              </a:lnSpc>
              <a:buNone/>
              <a:defRPr lang="en-US" sz="6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503F50B-48B9-3C55-0C29-C87157D9F96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D5A1179-499E-2F89-CD63-EB8B1F4CAFB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26E19FE-7254-FB46-9FD2-44BC5921542B}" type="datetime1">
              <a:rPr lang="en-US" smtClean="0"/>
              <a:pPr/>
              <a:t>6/23/2026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C338948-5206-2009-502E-8521B0EB319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5963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urry image of a blue and pink gradient&#10;&#10;AI-generated content may be incorrect.">
            <a:extLst>
              <a:ext uri="{FF2B5EF4-FFF2-40B4-BE49-F238E27FC236}">
                <a16:creationId xmlns:a16="http://schemas.microsoft.com/office/drawing/2014/main" id="{18F0C9B0-AF1D-9CFD-7855-74E7CE9B3A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74D1B34B-D7BF-2028-43E6-ED370A44C4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0" y="4844735"/>
            <a:ext cx="5029200" cy="908365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2000" cap="all" baseline="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1F645DC6-13F2-2059-DFE2-83FA308EE88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66800" y="1600200"/>
            <a:ext cx="9601200" cy="320040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>
                <a:solidFill>
                  <a:schemeClr val="tx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D509C4-DABE-4B7F-40EF-4DA2C790862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F29BF7-2AD1-B9DE-EEC6-83A22292A1C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138E274-D707-074B-90C0-1378B345261A}" type="datetime1">
              <a:rPr lang="en-US" smtClean="0"/>
              <a:t>6/23/2026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93B82C-1E23-A361-E81B-EC0F4E0B20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6540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lose up of a purple and pink background&#10;&#10;AI-generated content may be incorrect.">
            <a:extLst>
              <a:ext uri="{FF2B5EF4-FFF2-40B4-BE49-F238E27FC236}">
                <a16:creationId xmlns:a16="http://schemas.microsoft.com/office/drawing/2014/main" id="{09A46DC2-ADBE-3172-A0EF-A2567FA9E8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Graphic 7">
            <a:extLst>
              <a:ext uri="{FF2B5EF4-FFF2-40B4-BE49-F238E27FC236}">
                <a16:creationId xmlns:a16="http://schemas.microsoft.com/office/drawing/2014/main" id="{66A2100B-5C8E-46D9-F837-A55BB181D002}"/>
              </a:ext>
            </a:extLst>
          </p:cNvPr>
          <p:cNvSpPr/>
          <p:nvPr/>
        </p:nvSpPr>
        <p:spPr>
          <a:xfrm>
            <a:off x="2702" y="0"/>
            <a:ext cx="12185680" cy="6858000"/>
          </a:xfrm>
          <a:custGeom>
            <a:avLst/>
            <a:gdLst>
              <a:gd name="connsiteX0" fmla="*/ 12185680 w 12185680"/>
              <a:gd name="connsiteY0" fmla="*/ 6858000 h 6858000"/>
              <a:gd name="connsiteX1" fmla="*/ 0 w 12185680"/>
              <a:gd name="connsiteY1" fmla="*/ 6858000 h 6858000"/>
              <a:gd name="connsiteX2" fmla="*/ 0 w 12185680"/>
              <a:gd name="connsiteY2" fmla="*/ 0 h 6858000"/>
              <a:gd name="connsiteX3" fmla="*/ 12185680 w 12185680"/>
              <a:gd name="connsiteY3" fmla="*/ 0 h 6858000"/>
              <a:gd name="connsiteX4" fmla="*/ 12185680 w 12185680"/>
              <a:gd name="connsiteY4" fmla="*/ 6858000 h 6858000"/>
              <a:gd name="connsiteX5" fmla="*/ 1415314 w 12185680"/>
              <a:gd name="connsiteY5" fmla="*/ 152400 h 6858000"/>
              <a:gd name="connsiteX6" fmla="*/ 1066246 w 12185680"/>
              <a:gd name="connsiteY6" fmla="*/ 501650 h 6858000"/>
              <a:gd name="connsiteX7" fmla="*/ 1066246 w 12185680"/>
              <a:gd name="connsiteY7" fmla="*/ 1716595 h 6858000"/>
              <a:gd name="connsiteX8" fmla="*/ 717178 w 12185680"/>
              <a:gd name="connsiteY8" fmla="*/ 2065845 h 6858000"/>
              <a:gd name="connsiteX9" fmla="*/ 501389 w 12185680"/>
              <a:gd name="connsiteY9" fmla="*/ 2065845 h 6858000"/>
              <a:gd name="connsiteX10" fmla="*/ 152321 w 12185680"/>
              <a:gd name="connsiteY10" fmla="*/ 2415096 h 6858000"/>
              <a:gd name="connsiteX11" fmla="*/ 152321 w 12185680"/>
              <a:gd name="connsiteY11" fmla="*/ 6356350 h 6858000"/>
              <a:gd name="connsiteX12" fmla="*/ 501389 w 12185680"/>
              <a:gd name="connsiteY12" fmla="*/ 6705600 h 6858000"/>
              <a:gd name="connsiteX13" fmla="*/ 6657710 w 12185680"/>
              <a:gd name="connsiteY13" fmla="*/ 6705600 h 6858000"/>
              <a:gd name="connsiteX14" fmla="*/ 7006778 w 12185680"/>
              <a:gd name="connsiteY14" fmla="*/ 6356350 h 6858000"/>
              <a:gd name="connsiteX15" fmla="*/ 7006778 w 12185680"/>
              <a:gd name="connsiteY15" fmla="*/ 5615496 h 6858000"/>
              <a:gd name="connsiteX16" fmla="*/ 7355846 w 12185680"/>
              <a:gd name="connsiteY16" fmla="*/ 5266246 h 6858000"/>
              <a:gd name="connsiteX17" fmla="*/ 11684292 w 12185680"/>
              <a:gd name="connsiteY17" fmla="*/ 5266246 h 6858000"/>
              <a:gd name="connsiteX18" fmla="*/ 12033360 w 12185680"/>
              <a:gd name="connsiteY18" fmla="*/ 4916996 h 6858000"/>
              <a:gd name="connsiteX19" fmla="*/ 12033360 w 12185680"/>
              <a:gd name="connsiteY19" fmla="*/ 1043496 h 6858000"/>
              <a:gd name="connsiteX20" fmla="*/ 11684292 w 12185680"/>
              <a:gd name="connsiteY20" fmla="*/ 694246 h 6858000"/>
              <a:gd name="connsiteX21" fmla="*/ 10476261 w 12185680"/>
              <a:gd name="connsiteY21" fmla="*/ 694246 h 6858000"/>
              <a:gd name="connsiteX22" fmla="*/ 10205575 w 12185680"/>
              <a:gd name="connsiteY22" fmla="*/ 430318 h 6858000"/>
              <a:gd name="connsiteX23" fmla="*/ 10205385 w 12185680"/>
              <a:gd name="connsiteY23" fmla="*/ 416328 h 6858000"/>
              <a:gd name="connsiteX24" fmla="*/ 9934698 w 12185680"/>
              <a:gd name="connsiteY24" fmla="*/ 152400 h 6858000"/>
              <a:gd name="connsiteX25" fmla="*/ 1415314 w 12185680"/>
              <a:gd name="connsiteY25" fmla="*/ 1524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185680" h="6858000">
                <a:moveTo>
                  <a:pt x="12185680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12185680" y="0"/>
                </a:lnTo>
                <a:lnTo>
                  <a:pt x="12185680" y="6858000"/>
                </a:lnTo>
                <a:close/>
                <a:moveTo>
                  <a:pt x="1415314" y="152400"/>
                </a:moveTo>
                <a:cubicBezTo>
                  <a:pt x="1222527" y="152400"/>
                  <a:pt x="1066246" y="308764"/>
                  <a:pt x="1066246" y="501650"/>
                </a:cubicBezTo>
                <a:lnTo>
                  <a:pt x="1066246" y="1716595"/>
                </a:lnTo>
                <a:cubicBezTo>
                  <a:pt x="1066246" y="1909483"/>
                  <a:pt x="909959" y="2065845"/>
                  <a:pt x="717178" y="2065845"/>
                </a:cubicBezTo>
                <a:lnTo>
                  <a:pt x="501389" y="2065845"/>
                </a:lnTo>
                <a:cubicBezTo>
                  <a:pt x="308604" y="2065845"/>
                  <a:pt x="152321" y="2222208"/>
                  <a:pt x="152321" y="2415096"/>
                </a:cubicBezTo>
                <a:lnTo>
                  <a:pt x="152321" y="6356350"/>
                </a:lnTo>
                <a:cubicBezTo>
                  <a:pt x="152321" y="6549263"/>
                  <a:pt x="308604" y="6705600"/>
                  <a:pt x="501389" y="6705600"/>
                </a:cubicBezTo>
                <a:lnTo>
                  <a:pt x="6657710" y="6705600"/>
                </a:lnTo>
                <a:cubicBezTo>
                  <a:pt x="6850459" y="6705600"/>
                  <a:pt x="7006778" y="6549263"/>
                  <a:pt x="7006778" y="6356350"/>
                </a:cubicBezTo>
                <a:lnTo>
                  <a:pt x="7006778" y="5615496"/>
                </a:lnTo>
                <a:cubicBezTo>
                  <a:pt x="7006778" y="5422608"/>
                  <a:pt x="7163034" y="5266246"/>
                  <a:pt x="7355846" y="5266246"/>
                </a:cubicBezTo>
                <a:lnTo>
                  <a:pt x="11684292" y="5266246"/>
                </a:lnTo>
                <a:cubicBezTo>
                  <a:pt x="11877041" y="5266246"/>
                  <a:pt x="12033360" y="5109883"/>
                  <a:pt x="12033360" y="4916996"/>
                </a:cubicBezTo>
                <a:lnTo>
                  <a:pt x="12033360" y="1043496"/>
                </a:lnTo>
                <a:cubicBezTo>
                  <a:pt x="12033360" y="850608"/>
                  <a:pt x="11877041" y="694246"/>
                  <a:pt x="11684292" y="694246"/>
                </a:cubicBezTo>
                <a:lnTo>
                  <a:pt x="10476261" y="694246"/>
                </a:lnTo>
                <a:cubicBezTo>
                  <a:pt x="10329082" y="694246"/>
                  <a:pt x="10209256" y="576712"/>
                  <a:pt x="10205575" y="430318"/>
                </a:cubicBezTo>
                <a:lnTo>
                  <a:pt x="10205385" y="416328"/>
                </a:lnTo>
                <a:cubicBezTo>
                  <a:pt x="10201703" y="269934"/>
                  <a:pt x="10081941" y="152400"/>
                  <a:pt x="9934698" y="152400"/>
                </a:cubicBezTo>
                <a:lnTo>
                  <a:pt x="1415314" y="152400"/>
                </a:lnTo>
                <a:close/>
              </a:path>
            </a:pathLst>
          </a:custGeom>
          <a:solidFill>
            <a:schemeClr val="bg1"/>
          </a:solidFill>
          <a:ln w="63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A82F1C-EC6C-9A58-5333-DAA0CCC0D9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67600" y="5410201"/>
            <a:ext cx="4343400" cy="129540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cap="all" baseline="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7370BB19-9C3E-4752-84BE-FE86850C4FE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24000" y="1600200"/>
            <a:ext cx="9144000" cy="320040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>
                <a:solidFill>
                  <a:schemeClr val="tx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9907629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close up of a bubble&#10;&#10;AI-generated content may be incorrect.">
            <a:extLst>
              <a:ext uri="{FF2B5EF4-FFF2-40B4-BE49-F238E27FC236}">
                <a16:creationId xmlns:a16="http://schemas.microsoft.com/office/drawing/2014/main" id="{084ED489-7A1D-A5F2-BA2C-402A4A6E313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3FB40D68-689C-C890-D6D8-567972DF03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130" y="4876800"/>
            <a:ext cx="5936974" cy="1330779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2000" cap="all" baseline="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81000" y="1600200"/>
            <a:ext cx="10972800" cy="31595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6000" b="0" i="0">
                <a:solidFill>
                  <a:schemeClr val="tx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2436F-3E48-5C39-5A18-376A304D141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53C6C-2B4F-F6AA-0CF7-A9ADD74C244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8E87FA6-3C50-8748-8507-409D2A1BA905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6BEDF4-5C68-6DDB-E70C-F6B66866AE7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9854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ue and pink background&#10;&#10;AI-generated content may be incorrect.">
            <a:extLst>
              <a:ext uri="{FF2B5EF4-FFF2-40B4-BE49-F238E27FC236}">
                <a16:creationId xmlns:a16="http://schemas.microsoft.com/office/drawing/2014/main" id="{83A779BB-AB0F-056F-6486-83143FD5A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1600200"/>
            <a:ext cx="10744200" cy="18288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0937" y="3429000"/>
            <a:ext cx="10747186" cy="274320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228600" indent="0"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None/>
              <a:defRPr sz="1600">
                <a:solidFill>
                  <a:schemeClr val="tx1"/>
                </a:solidFill>
              </a:defRPr>
            </a:lvl3pPr>
            <a:lvl4pPr marL="685800" indent="0">
              <a:buNone/>
              <a:defRPr sz="1600">
                <a:solidFill>
                  <a:schemeClr val="tx1"/>
                </a:solidFill>
              </a:defRPr>
            </a:lvl4pPr>
            <a:lvl5pPr marL="914400" indent="0">
              <a:buNone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D98AA8-7753-5656-7CA8-417FCD62973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445596-CA02-23EA-82B9-B14918457C9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DD0BF5-CA27-A04C-967E-C46BC4852727}" type="datetime1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13D4CD-5010-564F-B5B4-562B9369749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4490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663180"/>
            <a:ext cx="8226553" cy="184202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128" y="3657600"/>
            <a:ext cx="8226425" cy="168962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None/>
              <a:defRPr sz="1400">
                <a:solidFill>
                  <a:schemeClr val="tx1"/>
                </a:solidFill>
              </a:defRPr>
            </a:lvl4pPr>
            <a:lvl5pPr marL="914400" indent="0">
              <a:buNone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20FF9D-2FDC-479B-8067-BE09112767E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513EE-DA6F-493D-D79A-DB63A6DE89A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7464449-D5FC-7145-944F-5DCEC882B5C4}" type="datetime1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7F128B-EBE3-DEDC-3074-059B36D56FC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1270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AADE5D-9EBB-FD2B-6B9B-CB2C00AAE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91835"/>
            <a:ext cx="11430000" cy="9083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81000" y="1825625"/>
            <a:ext cx="5257800" cy="4340540"/>
          </a:xfrm>
        </p:spPr>
        <p:txBody>
          <a:bodyPr/>
          <a:lstStyle>
            <a:lvl1pPr>
              <a:defRPr b="0" i="0">
                <a:latin typeface="+mn-lt"/>
              </a:defRPr>
            </a:lvl1pPr>
            <a:lvl2pPr>
              <a:defRPr b="0">
                <a:latin typeface="+mn-lt"/>
              </a:defRPr>
            </a:lvl2pPr>
            <a:lvl3pPr>
              <a:defRPr b="0">
                <a:latin typeface="+mn-lt"/>
              </a:defRPr>
            </a:lvl3pPr>
            <a:lvl4pPr>
              <a:defRPr b="0">
                <a:latin typeface="+mn-lt"/>
              </a:defRPr>
            </a:lvl4pPr>
            <a:lvl5pPr>
              <a:defRPr b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53200" y="1825625"/>
            <a:ext cx="5257800" cy="4340540"/>
          </a:xfrm>
        </p:spPr>
        <p:txBody>
          <a:bodyPr/>
          <a:lstStyle>
            <a:lvl1pPr>
              <a:defRPr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529E1D-85A3-AFE0-0936-A45EA8FEC50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D344AB-8B83-76F2-09B9-2D606269ECC5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A4EF2610-7DF8-C942-A8A1-C05E61FE4E13}" type="datetime1">
              <a:rPr lang="en-US" smtClean="0"/>
              <a:t>6/23/2026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E82BE9-2D98-AA2B-044A-3F2246C6403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01282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AD6F4F-390B-6FF8-9E31-3FB02C46F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691835"/>
            <a:ext cx="11423901" cy="9083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999" y="1685735"/>
            <a:ext cx="5257801" cy="559834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80999" y="2331103"/>
            <a:ext cx="5257801" cy="3835061"/>
          </a:xfrm>
        </p:spPr>
        <p:txBody>
          <a:bodyPr/>
          <a:lstStyle>
            <a:lvl1pPr>
              <a:defRPr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53202" y="1685735"/>
            <a:ext cx="5251698" cy="559834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53202" y="2331103"/>
            <a:ext cx="5251698" cy="3835061"/>
          </a:xfrm>
        </p:spPr>
        <p:txBody>
          <a:bodyPr/>
          <a:lstStyle>
            <a:lvl1pPr>
              <a:defRPr b="0" i="0">
                <a:latin typeface="+mn-lt"/>
              </a:defRPr>
            </a:lvl1pPr>
            <a:lvl2pPr>
              <a:defRPr b="0">
                <a:latin typeface="+mn-lt"/>
              </a:defRPr>
            </a:lvl2pPr>
            <a:lvl3pPr>
              <a:defRPr b="0">
                <a:latin typeface="+mn-lt"/>
              </a:defRPr>
            </a:lvl3pPr>
            <a:lvl4pPr>
              <a:defRPr b="0">
                <a:latin typeface="+mn-lt"/>
              </a:defRPr>
            </a:lvl4pPr>
            <a:lvl5pPr>
              <a:defRPr b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F03A7F-FEC3-F367-DE4A-A57EE3DFBD5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9E03A-C423-F4E4-B5E7-420AAD9003B1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E110005D-EEDD-DA40-A727-ED7897336E79}" type="datetime1">
              <a:rPr lang="en-US" smtClean="0"/>
              <a:t>6/23/2026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3C867C-7E64-405A-197E-407BA7C3D9D6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46816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03A9018E-4D2C-5352-B5C2-2A1DC050B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91835"/>
            <a:ext cx="11430000" cy="9083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A19522-5E48-ACCC-D97B-E414BD049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C712FE-7A30-4576-5CDD-D89D4B42C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F45F0-C73C-6741-AD8D-EA52530DA377}" type="datetime1">
              <a:rPr lang="en-US" smtClean="0"/>
              <a:t>6/23/2026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1BD9D6-59C6-2EA3-9C8E-897EAAA32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14749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4CBE7-122C-372F-CA47-78DB47D4D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9B557C-A799-7ABC-34D9-85E81AF10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784C8-F1F9-3A4E-8157-ADC6FC447930}" type="datetime1">
              <a:rPr lang="en-US" smtClean="0"/>
              <a:t>6/23/2026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E2A6A8-952D-B9FE-5DB7-B5C9059B4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35056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C13AB9D-812B-280C-98D2-D0786B08D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85800"/>
            <a:ext cx="3886200" cy="18288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1658B112-43AE-EA1E-F73B-B03C04A4EF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4048" y="2737561"/>
            <a:ext cx="3883152" cy="3434639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0" y="685800"/>
            <a:ext cx="6629400" cy="54864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b="0" dirty="0"/>
            </a:lvl1pPr>
            <a:lvl2pPr>
              <a:defRPr lang="en-US" b="0" dirty="0"/>
            </a:lvl2pPr>
            <a:lvl3pPr>
              <a:defRPr lang="en-US" b="0" dirty="0"/>
            </a:lvl3pPr>
            <a:lvl4pPr>
              <a:defRPr lang="en-US" b="0" dirty="0"/>
            </a:lvl4pPr>
            <a:lvl5pPr>
              <a:defRPr lang="en-US" b="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577F46-C146-AC84-ACAE-CECFBBCFB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F9C08C-EAB9-2A31-7E24-36E761F31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9B5C8-C320-CE42-B783-8C4DFC960665}" type="datetime1">
              <a:rPr lang="en-US" smtClean="0"/>
              <a:t>6/23/2026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0E3958-DD85-BB6B-F676-7404C1055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89787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85800"/>
            <a:ext cx="3886200" cy="18288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1000" y="2737562"/>
            <a:ext cx="3886200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AAC09ED5-B2A4-445A-3B8D-18966880373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167745" y="153416"/>
            <a:ext cx="6858000" cy="6552184"/>
          </a:xfrm>
          <a:custGeom>
            <a:avLst/>
            <a:gdLst>
              <a:gd name="connsiteX0" fmla="*/ 349250 w 6858000"/>
              <a:gd name="connsiteY0" fmla="*/ 0 h 6552184"/>
              <a:gd name="connsiteX1" fmla="*/ 6508751 w 6858000"/>
              <a:gd name="connsiteY1" fmla="*/ 0 h 6552184"/>
              <a:gd name="connsiteX2" fmla="*/ 6850905 w 6858000"/>
              <a:gd name="connsiteY2" fmla="*/ 278863 h 6552184"/>
              <a:gd name="connsiteX3" fmla="*/ 6858000 w 6858000"/>
              <a:gd name="connsiteY3" fmla="*/ 349239 h 6552184"/>
              <a:gd name="connsiteX4" fmla="*/ 6858000 w 6858000"/>
              <a:gd name="connsiteY4" fmla="*/ 5701612 h 6552184"/>
              <a:gd name="connsiteX5" fmla="*/ 6850905 w 6858000"/>
              <a:gd name="connsiteY5" fmla="*/ 5771987 h 6552184"/>
              <a:gd name="connsiteX6" fmla="*/ 6508751 w 6858000"/>
              <a:gd name="connsiteY6" fmla="*/ 6050852 h 6552184"/>
              <a:gd name="connsiteX7" fmla="*/ 3679660 w 6858000"/>
              <a:gd name="connsiteY7" fmla="*/ 6050852 h 6552184"/>
              <a:gd name="connsiteX8" fmla="*/ 3429000 w 6858000"/>
              <a:gd name="connsiteY8" fmla="*/ 6301512 h 6552184"/>
              <a:gd name="connsiteX9" fmla="*/ 3178340 w 6858000"/>
              <a:gd name="connsiteY9" fmla="*/ 6552184 h 6552184"/>
              <a:gd name="connsiteX10" fmla="*/ 349250 w 6858000"/>
              <a:gd name="connsiteY10" fmla="*/ 6552184 h 6552184"/>
              <a:gd name="connsiteX11" fmla="*/ 0 w 6858000"/>
              <a:gd name="connsiteY11" fmla="*/ 6202922 h 6552184"/>
              <a:gd name="connsiteX12" fmla="*/ 0 w 6858000"/>
              <a:gd name="connsiteY12" fmla="*/ 349250 h 6552184"/>
              <a:gd name="connsiteX13" fmla="*/ 349250 w 6858000"/>
              <a:gd name="connsiteY13" fmla="*/ 0 h 6552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858000" h="6552184">
                <a:moveTo>
                  <a:pt x="349250" y="0"/>
                </a:moveTo>
                <a:lnTo>
                  <a:pt x="6508751" y="0"/>
                </a:lnTo>
                <a:cubicBezTo>
                  <a:pt x="6677526" y="0"/>
                  <a:pt x="6818339" y="119716"/>
                  <a:pt x="6850905" y="278863"/>
                </a:cubicBezTo>
                <a:lnTo>
                  <a:pt x="6858000" y="349239"/>
                </a:lnTo>
                <a:lnTo>
                  <a:pt x="6858000" y="5701612"/>
                </a:lnTo>
                <a:lnTo>
                  <a:pt x="6850905" y="5771987"/>
                </a:lnTo>
                <a:cubicBezTo>
                  <a:pt x="6818339" y="5931132"/>
                  <a:pt x="6677525" y="6050852"/>
                  <a:pt x="6508751" y="6050852"/>
                </a:cubicBezTo>
                <a:lnTo>
                  <a:pt x="3679660" y="6050852"/>
                </a:lnTo>
                <a:cubicBezTo>
                  <a:pt x="3541224" y="6050852"/>
                  <a:pt x="3429000" y="6163075"/>
                  <a:pt x="3429000" y="6301512"/>
                </a:cubicBezTo>
                <a:cubicBezTo>
                  <a:pt x="3429000" y="6439916"/>
                  <a:pt x="3316777" y="6552184"/>
                  <a:pt x="3178340" y="6552184"/>
                </a:cubicBezTo>
                <a:lnTo>
                  <a:pt x="349250" y="6552184"/>
                </a:lnTo>
                <a:cubicBezTo>
                  <a:pt x="156337" y="6552184"/>
                  <a:pt x="0" y="6395784"/>
                  <a:pt x="0" y="6202922"/>
                </a:cubicBezTo>
                <a:lnTo>
                  <a:pt x="0" y="349250"/>
                </a:lnTo>
                <a:cubicBezTo>
                  <a:pt x="0" y="156364"/>
                  <a:pt x="156337" y="0"/>
                  <a:pt x="349250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1653829D-48DF-80C8-EFD1-8AE8D0250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4692675B-8BC2-A545-81FF-1559B305D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26019-33FF-D14C-86DC-8CD2C65E2709}" type="datetime1">
              <a:rPr lang="en-US" smtClean="0"/>
              <a:t>6/23/2026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B17399EA-8F16-C8FC-075B-CE3915D7D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798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2" y="691835"/>
            <a:ext cx="11429998" cy="9083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752600"/>
            <a:ext cx="11430000" cy="44135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DCFE50CA-A07B-1BE8-AB0E-F3855F27B1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" y="6347057"/>
            <a:ext cx="320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b="0" i="0" cap="all" spc="10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DE26C4DF-9E75-7A5B-2595-BEA6116A42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525000" y="6340475"/>
            <a:ext cx="18001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b="0" i="0" cap="all" spc="10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93274EE0-8EE6-BB42-BF21-111D3EB8AA70}" type="datetime1">
              <a:rPr lang="en-US" smtClean="0"/>
              <a:pPr/>
              <a:t>6/23/2026</a:t>
            </a:fld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C94B77EC-B34E-F076-4684-F1C05BA67E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75694" y="634047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b="0" i="0" cap="all" spc="10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085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9" r:id="rId1"/>
    <p:sldLayoutId id="2147483894" r:id="rId2"/>
    <p:sldLayoutId id="2147483898" r:id="rId3"/>
    <p:sldLayoutId id="2147483900" r:id="rId4"/>
    <p:sldLayoutId id="2147483897" r:id="rId5"/>
    <p:sldLayoutId id="2147483893" r:id="rId6"/>
    <p:sldLayoutId id="2147483895" r:id="rId7"/>
    <p:sldLayoutId id="2147483896" r:id="rId8"/>
    <p:sldLayoutId id="2147483901" r:id="rId9"/>
    <p:sldLayoutId id="2147483947" r:id="rId10"/>
    <p:sldLayoutId id="2147483902" r:id="rId11"/>
    <p:sldLayoutId id="2147483903" r:id="rId12"/>
    <p:sldLayoutId id="2147483904" r:id="rId13"/>
    <p:sldLayoutId id="2147483905" r:id="rId14"/>
    <p:sldLayoutId id="2147483906" r:id="rId15"/>
    <p:sldLayoutId id="2147483907" r:id="rId16"/>
    <p:sldLayoutId id="2147483908" r:id="rId17"/>
    <p:sldLayoutId id="2147483917" r:id="rId18"/>
    <p:sldLayoutId id="2147483918" r:id="rId19"/>
    <p:sldLayoutId id="2147483919" r:id="rId20"/>
    <p:sldLayoutId id="2147483915" r:id="rId21"/>
    <p:sldLayoutId id="2147483916" r:id="rId22"/>
    <p:sldLayoutId id="2147483913" r:id="rId23"/>
    <p:sldLayoutId id="2147483914" r:id="rId24"/>
    <p:sldLayoutId id="2147483920" r:id="rId25"/>
    <p:sldLayoutId id="2147483921" r:id="rId26"/>
    <p:sldLayoutId id="2147483909" r:id="rId27"/>
    <p:sldLayoutId id="2147483910" r:id="rId28"/>
    <p:sldLayoutId id="2147483922" r:id="rId29"/>
    <p:sldLayoutId id="2147483923" r:id="rId30"/>
    <p:sldLayoutId id="2147483924" r:id="rId31"/>
    <p:sldLayoutId id="2147483911" r:id="rId32"/>
    <p:sldLayoutId id="2147483912" r:id="rId33"/>
    <p:sldLayoutId id="2147483925" r:id="rId34"/>
    <p:sldLayoutId id="2147483926" r:id="rId35"/>
    <p:sldLayoutId id="2147483927" r:id="rId36"/>
    <p:sldLayoutId id="2147483928" r:id="rId37"/>
    <p:sldLayoutId id="2147483929" r:id="rId38"/>
    <p:sldLayoutId id="2147483930" r:id="rId39"/>
    <p:sldLayoutId id="2147483931" r:id="rId40"/>
    <p:sldLayoutId id="2147483932" r:id="rId41"/>
    <p:sldLayoutId id="2147483933" r:id="rId42"/>
    <p:sldLayoutId id="2147483935" r:id="rId43"/>
    <p:sldLayoutId id="2147483936" r:id="rId44"/>
    <p:sldLayoutId id="2147483937" r:id="rId45"/>
    <p:sldLayoutId id="2147483938" r:id="rId46"/>
    <p:sldLayoutId id="2147483945" r:id="rId47"/>
    <p:sldLayoutId id="2147483946" r:id="rId48"/>
    <p:sldLayoutId id="2147483939" r:id="rId49"/>
    <p:sldLayoutId id="2147483940" r:id="rId50"/>
    <p:sldLayoutId id="2147483941" r:id="rId51"/>
    <p:sldLayoutId id="2147483942" r:id="rId52"/>
    <p:sldLayoutId id="2147483943" r:id="rId53"/>
    <p:sldLayoutId id="2147483944" r:id="rId54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2800" b="0" i="0" kern="1200" spc="0" baseline="0">
          <a:solidFill>
            <a:schemeClr val="tx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3" orient="horz" pos="2160" userDrawn="1">
          <p15:clr>
            <a:srgbClr val="F26B43"/>
          </p15:clr>
        </p15:guide>
        <p15:guide id="24" pos="240" userDrawn="1">
          <p15:clr>
            <a:srgbClr val="F26B43"/>
          </p15:clr>
        </p15:guide>
        <p15:guide id="25" pos="7296" userDrawn="1">
          <p15:clr>
            <a:srgbClr val="F26B43"/>
          </p15:clr>
        </p15:guide>
        <p15:guide id="26" pos="3840" userDrawn="1">
          <p15:clr>
            <a:srgbClr val="F26B43"/>
          </p15:clr>
        </p15:guide>
        <p15:guide id="27" orient="horz" pos="432" userDrawn="1">
          <p15:clr>
            <a:srgbClr val="F26B43"/>
          </p15:clr>
        </p15:guide>
        <p15:guide id="28" orient="horz" pos="3888" userDrawn="1">
          <p15:clr>
            <a:srgbClr val="F26B43"/>
          </p15:clr>
        </p15:guide>
        <p15:guide id="29" pos="96" userDrawn="1">
          <p15:clr>
            <a:srgbClr val="F26B43"/>
          </p15:clr>
        </p15:guide>
        <p15:guide id="30" pos="7584" userDrawn="1">
          <p15:clr>
            <a:srgbClr val="F26B43"/>
          </p15:clr>
        </p15:guide>
        <p15:guide id="31" orient="horz" pos="96" userDrawn="1">
          <p15:clr>
            <a:srgbClr val="F26B43"/>
          </p15:clr>
        </p15:guide>
        <p15:guide id="32" orient="horz" pos="4224" userDrawn="1">
          <p15:clr>
            <a:srgbClr val="F26B43"/>
          </p15:clr>
        </p15:guide>
        <p15:guide id="33" pos="384" userDrawn="1">
          <p15:clr>
            <a:srgbClr val="F26B43"/>
          </p15:clr>
        </p15:guide>
        <p15:guide id="34" pos="74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AE65054-2555-6BE1-C28D-90C7440C6D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9041" y="1966452"/>
            <a:ext cx="10993359" cy="1809135"/>
          </a:xfrm>
        </p:spPr>
        <p:txBody>
          <a:bodyPr>
            <a:normAutofit/>
          </a:bodyPr>
          <a:lstStyle/>
          <a:p>
            <a:r>
              <a:rPr lang="en-US" dirty="0"/>
              <a:t>Support Ticket System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66F99D77-D261-9C55-75D6-09304BE442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041" y="4296697"/>
            <a:ext cx="9164559" cy="2084437"/>
          </a:xfrm>
        </p:spPr>
        <p:txBody>
          <a:bodyPr/>
          <a:lstStyle/>
          <a:p>
            <a:r>
              <a:rPr lang="en-US" dirty="0"/>
              <a:t>Developed by</a:t>
            </a:r>
          </a:p>
          <a:p>
            <a:r>
              <a:rPr lang="en-US" dirty="0" err="1"/>
              <a:t>A.Bhavani</a:t>
            </a:r>
            <a:endParaRPr lang="en-US" dirty="0"/>
          </a:p>
          <a:p>
            <a:r>
              <a:rPr lang="en-US" dirty="0" err="1"/>
              <a:t>P.Harshitha</a:t>
            </a:r>
            <a:endParaRPr lang="en-US" dirty="0"/>
          </a:p>
          <a:p>
            <a:r>
              <a:rPr lang="en-US" dirty="0" err="1"/>
              <a:t>K.Anu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A42C1-8F80-4306-8EE2-ACDA8DC52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9B07BF-33A0-BE38-D928-E774EFCB6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511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13A2826F-F157-2CD6-C816-C2FE5C85C6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1600200"/>
            <a:ext cx="11430000" cy="897194"/>
          </a:xfrm>
        </p:spPr>
        <p:txBody>
          <a:bodyPr>
            <a:normAutofit/>
          </a:bodyPr>
          <a:lstStyle/>
          <a:p>
            <a:r>
              <a:rPr lang="en-US" sz="4000" dirty="0"/>
              <a:t>        Problem Statement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9D55EA-BED4-9007-3BA4-4456FA248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6AAC6F-75A1-7258-6EBE-C189213FB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2DDA33-D578-2640-B42E-CEBF81697F81}" type="datetime1">
              <a:rPr lang="en-US" smtClean="0"/>
              <a:pPr>
                <a:spcAft>
                  <a:spcPts val="600"/>
                </a:spcAft>
              </a:pPr>
              <a:t>6/23/2026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95F4AC-9AAD-32DF-EC88-C212D7BFC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EAA3239-9EA4-4A65-A281-97F994456D9F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AF64B0-87E1-CD0D-507A-5AE4354672BA}"/>
              </a:ext>
            </a:extLst>
          </p:cNvPr>
          <p:cNvSpPr txBox="1"/>
          <p:nvPr/>
        </p:nvSpPr>
        <p:spPr>
          <a:xfrm>
            <a:off x="1238864" y="3429000"/>
            <a:ext cx="972410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Organizations often struggle to manage customer issues efficiently due to </a:t>
            </a:r>
            <a:r>
              <a:rPr lang="en-US" sz="2000" dirty="0" err="1"/>
              <a:t>fragmTented</a:t>
            </a:r>
            <a:r>
              <a:rPr lang="en-US" sz="2000" dirty="0"/>
              <a:t> communication channels like email and spreadsheets. This leads to slow response </a:t>
            </a:r>
            <a:r>
              <a:rPr lang="en-US" sz="2000" dirty="0" err="1"/>
              <a:t>times,lost</a:t>
            </a:r>
            <a:r>
              <a:rPr lang="en-US" sz="2000" dirty="0"/>
              <a:t> customer </a:t>
            </a:r>
            <a:r>
              <a:rPr lang="en-US" sz="2000" dirty="0" err="1"/>
              <a:t>requests,and</a:t>
            </a:r>
            <a:r>
              <a:rPr lang="en-US" sz="2000" dirty="0"/>
              <a:t> an inability for support teams to </a:t>
            </a:r>
            <a:r>
              <a:rPr lang="en-US" sz="2000" dirty="0" err="1"/>
              <a:t>track,prioritize</a:t>
            </a:r>
            <a:r>
              <a:rPr lang="en-US" sz="2000" dirty="0"/>
              <a:t> and resolve issues effectively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5483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A83C5-96F5-4693-4A93-C4BB410D9D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0"/>
            <a:ext cx="11430000" cy="1258529"/>
          </a:xfrm>
        </p:spPr>
        <p:txBody>
          <a:bodyPr/>
          <a:lstStyle/>
          <a:p>
            <a:r>
              <a:rPr lang="en-US" dirty="0"/>
              <a:t>    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84E279-9DB5-C330-D5FE-CDF70E3C3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8A23D8-F7E2-5782-7401-097B62381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8E063-8567-3D4A-98A7-68096F5E3E81}" type="datetime1">
              <a:rPr lang="en-US" smtClean="0"/>
              <a:pPr/>
              <a:t>6/24/2026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6F7CF5-3987-2BEE-AFF8-E51BEC96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B4C88A5-DAC8-2ADE-AA65-27741DAC93D4}"/>
              </a:ext>
            </a:extLst>
          </p:cNvPr>
          <p:cNvSpPr txBox="1">
            <a:spLocks/>
          </p:cNvSpPr>
          <p:nvPr/>
        </p:nvSpPr>
        <p:spPr>
          <a:xfrm>
            <a:off x="501445" y="517525"/>
            <a:ext cx="11080955" cy="11244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600" b="0" i="0" kern="1200" cap="none" spc="0" baseline="0" dirty="0">
                <a:solidFill>
                  <a:schemeClr val="tx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r>
              <a:rPr lang="en-IN" sz="4000" dirty="0"/>
              <a:t>                               Methodology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0BA3DF15-DC83-3B58-9909-C707C38BAEFF}"/>
              </a:ext>
            </a:extLst>
          </p:cNvPr>
          <p:cNvSpPr txBox="1">
            <a:spLocks/>
          </p:cNvSpPr>
          <p:nvPr/>
        </p:nvSpPr>
        <p:spPr>
          <a:xfrm>
            <a:off x="589041" y="2349910"/>
            <a:ext cx="10993359" cy="382229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228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685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Accessing the System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Submitting a Ticket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Ticket Creation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Storing Information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Ticket Processing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Tracking Status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Issue Resolution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A0A99F01-A83C-4900-B0B4-67AE008300DE}"/>
              </a:ext>
            </a:extLst>
          </p:cNvPr>
          <p:cNvSpPr txBox="1">
            <a:spLocks/>
          </p:cNvSpPr>
          <p:nvPr/>
        </p:nvSpPr>
        <p:spPr>
          <a:xfrm>
            <a:off x="6280176" y="-214046"/>
            <a:ext cx="3200400" cy="7315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b="0" i="0" kern="1200" cap="all" spc="10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Sample Footer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56DDF8F-8D89-61D3-F62F-B0F80B14F213}"/>
              </a:ext>
            </a:extLst>
          </p:cNvPr>
          <p:cNvSpPr txBox="1">
            <a:spLocks/>
          </p:cNvSpPr>
          <p:nvPr/>
        </p:nvSpPr>
        <p:spPr>
          <a:xfrm>
            <a:off x="11381793" y="-214046"/>
            <a:ext cx="429207" cy="7315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b="0" i="0" kern="1200" cap="all" spc="10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EAA3239-9EA4-4A65-A281-97F994456D9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538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4C3CD-4ABC-E8C2-9D0A-B8C76B273F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517525"/>
            <a:ext cx="11430000" cy="1144127"/>
          </a:xfrm>
        </p:spPr>
        <p:txBody>
          <a:bodyPr>
            <a:normAutofit/>
          </a:bodyPr>
          <a:lstStyle/>
          <a:p>
            <a:r>
              <a:rPr lang="en-US" sz="4000" dirty="0"/>
              <a:t>                                </a:t>
            </a:r>
            <a:r>
              <a:rPr lang="en-US" sz="4000" dirty="0" err="1"/>
              <a:t>Architechture</a:t>
            </a:r>
            <a:endParaRPr lang="en-IN" sz="40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5F8799-CD26-C08C-AE33-D4DAD1432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6A8E7-8DE6-13C6-F454-30CE02270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8E063-8567-3D4A-98A7-68096F5E3E81}" type="datetime1">
              <a:rPr lang="en-US" smtClean="0"/>
              <a:pPr/>
              <a:t>6/24/2026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387A95-9DF3-24FD-E37F-32CD96505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C1761301-2474-E695-DD1E-F09B9206E925}"/>
              </a:ext>
            </a:extLst>
          </p:cNvPr>
          <p:cNvSpPr txBox="1">
            <a:spLocks/>
          </p:cNvSpPr>
          <p:nvPr/>
        </p:nvSpPr>
        <p:spPr>
          <a:xfrm>
            <a:off x="589041" y="1897626"/>
            <a:ext cx="10993359" cy="3982063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600" b="0" i="0" kern="1200" cap="none" spc="0" baseline="0" dirty="0">
                <a:solidFill>
                  <a:schemeClr val="tx1"/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r>
              <a:rPr lang="en-IN" sz="2400" dirty="0">
                <a:latin typeface="+mn-lt"/>
              </a:rPr>
              <a:t>                                                                    User</a:t>
            </a:r>
          </a:p>
          <a:p>
            <a:r>
              <a:rPr lang="en-IN" sz="2400" dirty="0">
                <a:latin typeface="+mn-lt"/>
              </a:rPr>
              <a:t>                                                                      ↓</a:t>
            </a:r>
          </a:p>
          <a:p>
            <a:endParaRPr lang="en-IN" sz="2400" dirty="0">
              <a:latin typeface="+mn-lt"/>
            </a:endParaRPr>
          </a:p>
          <a:p>
            <a:r>
              <a:rPr lang="en-IN" sz="2400" dirty="0">
                <a:latin typeface="+mn-lt"/>
              </a:rPr>
              <a:t>                                          Frontend (HTML/CSS/Bootstrap/JS)</a:t>
            </a:r>
          </a:p>
          <a:p>
            <a:endParaRPr lang="en-IN" sz="2400" dirty="0">
              <a:latin typeface="+mn-lt"/>
            </a:endParaRPr>
          </a:p>
          <a:p>
            <a:r>
              <a:rPr lang="en-IN" sz="2400" dirty="0">
                <a:latin typeface="+mn-lt"/>
              </a:rPr>
              <a:t>                                                                      ↓  HTTP Requests (GET, POST, PUT)</a:t>
            </a:r>
          </a:p>
          <a:p>
            <a:endParaRPr lang="en-IN" sz="2400" dirty="0">
              <a:latin typeface="+mn-lt"/>
            </a:endParaRPr>
          </a:p>
          <a:p>
            <a:r>
              <a:rPr lang="en-IN" sz="2400" dirty="0">
                <a:latin typeface="+mn-lt"/>
              </a:rPr>
              <a:t>                                          Backend Server (Node.js + Express)</a:t>
            </a:r>
          </a:p>
          <a:p>
            <a:endParaRPr lang="en-IN" sz="2400" dirty="0">
              <a:latin typeface="+mn-lt"/>
            </a:endParaRPr>
          </a:p>
          <a:p>
            <a:r>
              <a:rPr lang="en-IN" sz="2400" dirty="0">
                <a:latin typeface="+mn-lt"/>
              </a:rPr>
              <a:t>                                                                      ↓  SQL Queries</a:t>
            </a:r>
          </a:p>
          <a:p>
            <a:endParaRPr lang="en-IN" sz="2400" dirty="0">
              <a:latin typeface="+mn-lt"/>
            </a:endParaRPr>
          </a:p>
          <a:p>
            <a:r>
              <a:rPr lang="en-IN" sz="2400" dirty="0">
                <a:latin typeface="+mn-lt"/>
              </a:rPr>
              <a:t>                                                          MySQL Database</a:t>
            </a:r>
          </a:p>
          <a:p>
            <a:endParaRPr lang="en-IN" sz="2400" dirty="0">
              <a:latin typeface="+mn-lt"/>
            </a:endParaRPr>
          </a:p>
          <a:p>
            <a:r>
              <a:rPr lang="en-IN" sz="2400" dirty="0">
                <a:latin typeface="+mn-lt"/>
              </a:rPr>
              <a:t>                                                                      ↑</a:t>
            </a:r>
          </a:p>
          <a:p>
            <a:endParaRPr lang="en-IN" sz="2400" dirty="0">
              <a:latin typeface="+mn-lt"/>
            </a:endParaRPr>
          </a:p>
          <a:p>
            <a:r>
              <a:rPr lang="en-IN" sz="2400" dirty="0">
                <a:latin typeface="+mn-lt"/>
              </a:rPr>
              <a:t>                                            Response Sent Back to Frontend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DDA0867-B811-05FA-C8CB-ACAC1E624334}"/>
              </a:ext>
            </a:extLst>
          </p:cNvPr>
          <p:cNvSpPr txBox="1">
            <a:spLocks/>
          </p:cNvSpPr>
          <p:nvPr/>
        </p:nvSpPr>
        <p:spPr>
          <a:xfrm>
            <a:off x="6280176" y="152400"/>
            <a:ext cx="320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b="0" i="0" kern="1200" cap="all" spc="10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5944EC1-1534-C08B-C086-D74133353C6C}"/>
              </a:ext>
            </a:extLst>
          </p:cNvPr>
          <p:cNvSpPr txBox="1">
            <a:spLocks/>
          </p:cNvSpPr>
          <p:nvPr/>
        </p:nvSpPr>
        <p:spPr>
          <a:xfrm>
            <a:off x="11381793" y="152400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b="0" i="0" kern="1200" cap="all" spc="10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EAA3239-9EA4-4A65-A281-97F994456D9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485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FAABC-3746-48EB-21E5-4DBA3ECBB2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884905"/>
            <a:ext cx="11430000" cy="699894"/>
          </a:xfrm>
        </p:spPr>
        <p:txBody>
          <a:bodyPr>
            <a:normAutofit/>
          </a:bodyPr>
          <a:lstStyle/>
          <a:p>
            <a:r>
              <a:rPr lang="en-US" sz="4000" dirty="0"/>
              <a:t>                             Results/Outcomes</a:t>
            </a:r>
            <a:endParaRPr lang="en-IN" sz="40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E7F955-0D50-9977-14B7-E63117453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4C662D-8D5B-DCB8-3D50-5404EC245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8E063-8567-3D4A-98A7-68096F5E3E81}" type="datetime1">
              <a:rPr lang="en-US" smtClean="0"/>
              <a:pPr/>
              <a:t>6/24/2026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206AA8-3A2C-7A3A-8D40-6116E5F1B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590CED1A-27DE-F53F-7C20-B96A113D350A}"/>
              </a:ext>
            </a:extLst>
          </p:cNvPr>
          <p:cNvSpPr txBox="1">
            <a:spLocks/>
          </p:cNvSpPr>
          <p:nvPr/>
        </p:nvSpPr>
        <p:spPr>
          <a:xfrm>
            <a:off x="589041" y="2349910"/>
            <a:ext cx="10993359" cy="382229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228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685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/>
          </a:p>
        </p:txBody>
      </p:sp>
      <p:sp>
        <p:nvSpPr>
          <p:cNvPr id="9" name="Subtitle 7">
            <a:extLst>
              <a:ext uri="{FF2B5EF4-FFF2-40B4-BE49-F238E27FC236}">
                <a16:creationId xmlns:a16="http://schemas.microsoft.com/office/drawing/2014/main" id="{5B63E2D4-C402-B2C7-29FA-C91B3570E8E6}"/>
              </a:ext>
            </a:extLst>
          </p:cNvPr>
          <p:cNvSpPr txBox="1">
            <a:spLocks/>
          </p:cNvSpPr>
          <p:nvPr/>
        </p:nvSpPr>
        <p:spPr>
          <a:xfrm>
            <a:off x="741441" y="2502310"/>
            <a:ext cx="10993359" cy="382229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228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685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070F87-B29E-C8AC-DC3F-69381DACAC48}"/>
              </a:ext>
            </a:extLst>
          </p:cNvPr>
          <p:cNvSpPr txBox="1"/>
          <p:nvPr/>
        </p:nvSpPr>
        <p:spPr>
          <a:xfrm>
            <a:off x="1061884" y="2717652"/>
            <a:ext cx="1031381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Users can easily create support tickets by entering issue details.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system stores all ticket information securely in the MySQL database.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Support tickets can be viewed and managed through a simple interface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Ticket status can be updated (such as Open, In Progress, and Resolved) for better tracking.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system reduces manual effort and improves issue management efficiency.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project was successfully integrated with frontend, backend, and database, demonstrating complete full-stack functionality.</a:t>
            </a:r>
          </a:p>
        </p:txBody>
      </p:sp>
    </p:spTree>
    <p:extLst>
      <p:ext uri="{BB962C8B-B14F-4D97-AF65-F5344CB8AC3E}">
        <p14:creationId xmlns:p14="http://schemas.microsoft.com/office/powerpoint/2010/main" val="1318173282"/>
      </p:ext>
    </p:extLst>
  </p:cSld>
  <p:clrMapOvr>
    <a:masterClrMapping/>
  </p:clrMapOvr>
</p:sld>
</file>

<file path=ppt/theme/theme1.xml><?xml version="1.0" encoding="utf-8"?>
<a:theme xmlns:a="http://schemas.openxmlformats.org/drawingml/2006/main" name="Bubbleform">
  <a:themeElements>
    <a:clrScheme name="Bubbleform">
      <a:dk1>
        <a:srgbClr val="000000"/>
      </a:dk1>
      <a:lt1>
        <a:srgbClr val="FFFFFF"/>
      </a:lt1>
      <a:dk2>
        <a:srgbClr val="4E4AD8"/>
      </a:dk2>
      <a:lt2>
        <a:srgbClr val="DCD8DC"/>
      </a:lt2>
      <a:accent1>
        <a:srgbClr val="6C7FF6"/>
      </a:accent1>
      <a:accent2>
        <a:srgbClr val="8760DC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Custom 78">
      <a:majorFont>
        <a:latin typeface="Biome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bbleform_wac_KO_V12" id="{ABFEA951-2CA7-4F9B-AE9C-98388A3F9072}" vid="{AC139D43-50C0-4A70-BFB5-A9232F75A66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</TotalTime>
  <Words>253</Words>
  <Application>Microsoft Office PowerPoint</Application>
  <PresentationFormat>Widescreen</PresentationFormat>
  <Paragraphs>63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Arial</vt:lpstr>
      <vt:lpstr>Avenir Next LT Pro Light</vt:lpstr>
      <vt:lpstr>Biome</vt:lpstr>
      <vt:lpstr>Bubbleform</vt:lpstr>
      <vt:lpstr>Support Ticket System</vt:lpstr>
      <vt:lpstr>        Problem Statement</vt:lpstr>
      <vt:lpstr>    </vt:lpstr>
      <vt:lpstr>                                Architechture</vt:lpstr>
      <vt:lpstr>                             Results/Outcomes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alluri bhavani</dc:creator>
  <cp:lastModifiedBy>alluri bhavani</cp:lastModifiedBy>
  <cp:revision>1</cp:revision>
  <dcterms:created xsi:type="dcterms:W3CDTF">2026-06-23T17:51:46Z</dcterms:created>
  <dcterms:modified xsi:type="dcterms:W3CDTF">2026-06-23T19:05:16Z</dcterms:modified>
</cp:coreProperties>
</file>